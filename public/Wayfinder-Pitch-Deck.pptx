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52318317f84cde" /><Relationship Type="http://schemas.openxmlformats.org/officeDocument/2006/relationships/extended-properties" Target="/docProps/app.xml" Id="R0e9e1c7d634649c6" /><Relationship Type="http://schemas.openxmlformats.org/officeDocument/2006/relationships/officeDocument" Target="/ppt/presentation.xml" Id="R5b77bec8e31f4caf" /></Relationships>
</file>

<file path=ppt/presentation.xml><?xml version="1.0" encoding="utf-8"?>
<p:presentation xmlns:p="http://schemas.openxmlformats.org/presentationml/2006/main">
  <p:sldMasterIdLst>
    <p:sldMasterId xmlns:r="http://schemas.openxmlformats.org/officeDocument/2006/relationships" id="2147483648" r:id="R327316dac0f64017"/>
  </p:sldMasterIdLst>
  <p:notesMasterIdLst>
    <p:notesMasterId xmlns:r="http://schemas.openxmlformats.org/officeDocument/2006/relationships" r:id="Rcb0f96274f2a4fbf"/>
  </p:notesMasterIdLst>
  <p:sldIdLst>
    <p:sldId xmlns:r="http://schemas.openxmlformats.org/officeDocument/2006/relationships" id="256" r:id="R71be430d12b74b5f"/>
    <p:sldId xmlns:r="http://schemas.openxmlformats.org/officeDocument/2006/relationships" id="257" r:id="R80a7793943e84a6e"/>
    <p:sldId xmlns:r="http://schemas.openxmlformats.org/officeDocument/2006/relationships" id="258" r:id="R6f1b7f6b333142df"/>
    <p:sldId xmlns:r="http://schemas.openxmlformats.org/officeDocument/2006/relationships" id="259" r:id="Rc17d3a8736f14a12"/>
    <p:sldId xmlns:r="http://schemas.openxmlformats.org/officeDocument/2006/relationships" id="260" r:id="R0327390e985d429e"/>
    <p:sldId xmlns:r="http://schemas.openxmlformats.org/officeDocument/2006/relationships" id="261" r:id="Ra1f448ad4e174d63"/>
    <p:sldId xmlns:r="http://schemas.openxmlformats.org/officeDocument/2006/relationships" id="262" r:id="R11e1b364eb8e40cc"/>
    <p:sldId xmlns:r="http://schemas.openxmlformats.org/officeDocument/2006/relationships" id="263" r:id="Ra6ed324fd063483e"/>
    <p:sldId xmlns:r="http://schemas.openxmlformats.org/officeDocument/2006/relationships" id="264" r:id="R27dac99436f34992"/>
    <p:sldId xmlns:r="http://schemas.openxmlformats.org/officeDocument/2006/relationships" id="265" r:id="Rb7a0522bc17c46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5a919e43c94d2a" /><Relationship Type="http://schemas.openxmlformats.org/officeDocument/2006/relationships/slideMaster" Target="/ppt/slideMasters/slideMaster1.xml" Id="R327316dac0f64017" /><Relationship Type="http://schemas.openxmlformats.org/officeDocument/2006/relationships/notesMaster" Target="/ppt/notesMasters/notesMaster1.xml" Id="Rcb0f96274f2a4fbf" /><Relationship Type="http://schemas.openxmlformats.org/officeDocument/2006/relationships/presProps" Target="/ppt/presProps.xml" Id="Rccac90e539d14861" /><Relationship Type="http://schemas.openxmlformats.org/officeDocument/2006/relationships/tableStyles" Target="/ppt/tableStyles.xml" Id="R193090e232ed4f2a" /><Relationship Type="http://schemas.openxmlformats.org/officeDocument/2006/relationships/slide" Target="/ppt/slides/slide1.xml" Id="R71be430d12b74b5f" /><Relationship Type="http://schemas.openxmlformats.org/officeDocument/2006/relationships/slide" Target="/ppt/slides/slide2.xml" Id="R80a7793943e84a6e" /><Relationship Type="http://schemas.openxmlformats.org/officeDocument/2006/relationships/slide" Target="/ppt/slides/slide3.xml" Id="R6f1b7f6b333142df" /><Relationship Type="http://schemas.openxmlformats.org/officeDocument/2006/relationships/slide" Target="/ppt/slides/slide4.xml" Id="Rc17d3a8736f14a12" /><Relationship Type="http://schemas.openxmlformats.org/officeDocument/2006/relationships/slide" Target="/ppt/slides/slide5.xml" Id="R0327390e985d429e" /><Relationship Type="http://schemas.openxmlformats.org/officeDocument/2006/relationships/slide" Target="/ppt/slides/slide6.xml" Id="Ra1f448ad4e174d63" /><Relationship Type="http://schemas.openxmlformats.org/officeDocument/2006/relationships/slide" Target="/ppt/slides/slide7.xml" Id="R11e1b364eb8e40cc" /><Relationship Type="http://schemas.openxmlformats.org/officeDocument/2006/relationships/slide" Target="/ppt/slides/slide8.xml" Id="Ra6ed324fd063483e" /><Relationship Type="http://schemas.openxmlformats.org/officeDocument/2006/relationships/slide" Target="/ppt/slides/slide9.xml" Id="R27dac99436f34992" /><Relationship Type="http://schemas.openxmlformats.org/officeDocument/2006/relationships/slide" Target="/ppt/slides/slide10.xml" Id="Rb7a0522bc17c46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65c7bed27d4d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16dee9c8c4413b" /><Relationship Type="http://schemas.openxmlformats.org/officeDocument/2006/relationships/notesMaster" Target="/ppt/notesMasters/notesMaster1.xml" Id="R39b43e5a9e614e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0b1ce18cb04f89" /><Relationship Type="http://schemas.openxmlformats.org/officeDocument/2006/relationships/notesMaster" Target="/ppt/notesMasters/notesMaster1.xml" Id="R1bd54e389c5f46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2de4e681404013" /><Relationship Type="http://schemas.openxmlformats.org/officeDocument/2006/relationships/notesMaster" Target="/ppt/notesMasters/notesMaster1.xml" Id="R4c93d727e94048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7b4ece7f0c4e77" /><Relationship Type="http://schemas.openxmlformats.org/officeDocument/2006/relationships/notesMaster" Target="/ppt/notesMasters/notesMaster1.xml" Id="R210158617cc14b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c4043ccab5428f" /><Relationship Type="http://schemas.openxmlformats.org/officeDocument/2006/relationships/notesMaster" Target="/ppt/notesMasters/notesMaster1.xml" Id="R62171263d48240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bbc618f8d44c85" /><Relationship Type="http://schemas.openxmlformats.org/officeDocument/2006/relationships/notesMaster" Target="/ppt/notesMasters/notesMaster1.xml" Id="Rf8462d1182aa4a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6c7ea7b9f44b0b" /><Relationship Type="http://schemas.openxmlformats.org/officeDocument/2006/relationships/notesMaster" Target="/ppt/notesMasters/notesMaster1.xml" Id="R2dd52603ad064a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8722f7e4a44606" /><Relationship Type="http://schemas.openxmlformats.org/officeDocument/2006/relationships/notesMaster" Target="/ppt/notesMasters/notesMaster1.xml" Id="R5a95ea9365434b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f1dcc4146b43cf" /><Relationship Type="http://schemas.openxmlformats.org/officeDocument/2006/relationships/notesMaster" Target="/ppt/notesMasters/notesMaster1.xml" Id="Rfb9b38d3fa394d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2a63ac729c4291" /><Relationship Type="http://schemas.openxmlformats.org/officeDocument/2006/relationships/notesMaster" Target="/ppt/notesMasters/notesMaster1.xml" Id="Rbeff3e7774834c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Wayfinder pitch deck. Built for the OSF × Andela Information You Can Trust capstone. All product organizations, identities, and transactions shown in the prototype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Relevant information is fragmented across official pages, notices, directives, and scanned documents. Teams often investigate only when a bank, accountant, or filing deadline forces the question. Product claims describe the working proof of concept and do not claim production coverage or legal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The primary user is a founder or finance lead issuing an invoice or receiving foreign payment for digital services. Product claims describe the working proof of concept and do not claim production coverage or legal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Gap. Wayfinder preserves the version trail instead of silently selecting one document. Product claims describe the working proof of concept and do not claim production coverage or legal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The product separates four information layers so generated reasoning never appears to be official text. Product claims describe the working proof of concept and do not claim production coverage or legal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Working Prototype. A user describes the export transaction, confirms material facts, and receives the current position, required documents, deadlines, and an expert question package. Product claims describe the working proof of concept and do not claim production coverage or legal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Autonomous Monitoring. The operational agent scans administrator-approved sources, fingerprints changes, structures candidate facts, and routes consequential interpretation to people. Product claims describe the working proof of concept and do not claim production coverage or legal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Trust And Safety. Foreign exchange, tax, filing, penalty, licensing, conflict, and probable supersession findings remain reviewable. Product claims describe the working proof of concept and do not claim production coverage or legal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Scale Model. The service-export workflow provides the first deep vertical. Goods exports add customs, commodity, logistics, permit, tax, and foreign-exchange evidence. Product claims describe the working proof of concept and do not claim production coverage or legal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And Next Step. The prototype demonstrates the complete path from source monitoring to business action and professional review. Product claims describe the working proof of concept and do not claim production coverage or legal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c1e38b728144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d67160a3bd4428" /><Relationship Type="http://schemas.openxmlformats.org/officeDocument/2006/relationships/slideLayout" Target="/ppt/slideLayouts/slideLayout1.xml" Id="R5f90176a505b4c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90176a505b4c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84c74014594e8d" /><Relationship Type="http://schemas.openxmlformats.org/officeDocument/2006/relationships/notesSlide" Target="/ppt/notesSlides/notesSlide1.xml" Id="Ra3ba400583724c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d6adaf71fdb49dd" /><Relationship Type="http://schemas.openxmlformats.org/officeDocument/2006/relationships/notesSlide" Target="/ppt/notesSlides/notesSlide2.xml" Id="Rda204e8aae8041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6b889e63b3d401e" /><Relationship Type="http://schemas.openxmlformats.org/officeDocument/2006/relationships/notesSlide" Target="/ppt/notesSlides/notesSlide3.xml" Id="R8679ff6b474944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7a345f5a374d04" /><Relationship Type="http://schemas.openxmlformats.org/officeDocument/2006/relationships/notesSlide" Target="/ppt/notesSlides/notesSlide4.xml" Id="R594e9efc1af649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59f0da673d497b" /><Relationship Type="http://schemas.openxmlformats.org/officeDocument/2006/relationships/notesSlide" Target="/ppt/notesSlides/notesSlide5.xml" Id="R2fba864064de45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d2f20c10634aa6" /><Relationship Type="http://schemas.openxmlformats.org/officeDocument/2006/relationships/notesSlide" Target="/ppt/notesSlides/notesSlide6.xml" Id="R19058f4fdbcf4f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05abb3066c4c53" /><Relationship Type="http://schemas.openxmlformats.org/officeDocument/2006/relationships/notesSlide" Target="/ppt/notesSlides/notesSlide7.xml" Id="R5ba9aeaacd1b45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e313807cd3429f" /><Relationship Type="http://schemas.openxmlformats.org/officeDocument/2006/relationships/notesSlide" Target="/ppt/notesSlides/notesSlide8.xml" Id="Rfabac2cebde24c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18849e548784290" /><Relationship Type="http://schemas.openxmlformats.org/officeDocument/2006/relationships/notesSlide" Target="/ppt/notesSlides/notesSlide9.xml" Id="Rfea45664c0d548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525595a3ee54a90" /><Relationship Type="http://schemas.openxmlformats.org/officeDocument/2006/relationships/notesSlide" Target="/ppt/notesSlides/notesSlide10.xml" Id="Rbaebefb4a04f4881" /></Relationships>
</file>

<file path=ppt/slides/slide1.xml><?xml version="1.0" encoding="utf-8"?>
<p:sld xmlns:p="http://schemas.openxmlformats.org/presentationml/2006/main">
  <p:cSld>
    <p:bg>
      <p:bgPr>
        <a:solidFill xmlns:a="http://schemas.openxmlformats.org/drawingml/2006/main">
          <a:srgbClr val="102C5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049A5EE-07A9-4E78-AC37-288E78E44EC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874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E0C5FB-619A-4EF8-8086-BB5BA75C5850}"/>
              </a:ext>
            </a:extLst>
          </p:cNvPr>
          <p:cNvSpPr>
            <a:spLocks xmlns:a="http://schemas.openxmlformats.org/drawingml/2006/main" noGrp="1"/>
          </p:cNvSpPr>
          <p:nvPr/>
        </p:nvSpPr>
        <p:spPr>
          <a:xfrm xmlns:a="http://schemas.openxmlformats.org/drawingml/2006/main">
            <a:off x="11144250" y="342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AFC1D5"/>
                </a:solidFill>
                <a:latin typeface="Bitstream Charter"/>
                <a:ea typeface="Bitstream Charter"/>
                <a:cs typeface="Bitstream Charter"/>
              </a:defRPr>
            </a:pPr>
            <a:r>
              <a:rPr sz="1050" b="1">
                <a:solidFill>
                  <a:srgbClr val="AFC1D5"/>
                </a:solidFill>
                <a:latin typeface="Bitstream Charter"/>
                <a:ea typeface="Bitstream Charter"/>
                <a:cs typeface="Bitstream Charter"/>
              </a:rPr>
              <a:t>01</a:t>
            </a:r>
          </a:p>
        </p:txBody>
      </p:sp>
      <p:sp>
        <p:nvSpPr>
          <p:cNvPr id="3" name="">
            <a:extLst xmlns:a="http://schemas.openxmlformats.org/drawingml/2006/main">
              <a:ext uri="{FF2B5EF4-FFF2-40B4-BE49-F238E27FC236}">
                <a16:creationId xmlns:a16="http://schemas.microsoft.com/office/drawing/2014/main" id="{5852EBC0-615E-4F5B-A51E-EE59DA1CDBA0}"/>
              </a:ext>
            </a:extLst>
          </p:cNvPr>
          <p:cNvSpPr>
            <a:spLocks xmlns:a="http://schemas.openxmlformats.org/drawingml/2006/main" noGrp="1"/>
          </p:cNvSpPr>
          <p:nvPr/>
        </p:nvSpPr>
        <p:spPr>
          <a:xfrm xmlns:a="http://schemas.openxmlformats.org/drawingml/2006/main">
            <a:off x="704850" y="63341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WAYFINDER</a:t>
            </a:r>
          </a:p>
        </p:txBody>
      </p:sp>
      <p:sp>
        <p:nvSpPr>
          <p:cNvPr id="4" name="">
            <a:extLst xmlns:a="http://schemas.openxmlformats.org/drawingml/2006/main">
              <a:ext uri="{FF2B5EF4-FFF2-40B4-BE49-F238E27FC236}">
                <a16:creationId xmlns:a16="http://schemas.microsoft.com/office/drawing/2014/main" id="{DDA1EED3-F024-46D3-A35E-865F2E442D99}"/>
              </a:ext>
            </a:extLst>
          </p:cNvPr>
          <p:cNvSpPr>
            <a:spLocks xmlns:a="http://schemas.openxmlformats.org/drawingml/2006/main" noGrp="1"/>
          </p:cNvSpPr>
          <p:nvPr/>
        </p:nvSpPr>
        <p:spPr>
          <a:xfrm xmlns:a="http://schemas.openxmlformats.org/drawingml/2006/main">
            <a:off x="1952625" y="63341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defRPr sz="825" b="0">
                <a:solidFill>
                  <a:srgbClr val="AFC1D5"/>
                </a:solidFill>
                <a:latin typeface="Bitstream Charter"/>
                <a:ea typeface="Bitstream Charter"/>
                <a:cs typeface="Bitstream Charter"/>
              </a:defRPr>
            </a:pPr>
            <a:r>
              <a:rPr sz="825" b="0">
                <a:solidFill>
                  <a:srgbClr val="AFC1D5"/>
                </a:solidFill>
                <a:latin typeface="Bitstream Charter"/>
                <a:ea typeface="Bitstream Charter"/>
                <a:cs typeface="Bitstream Charter"/>
              </a:rPr>
              <a:t>Information You Can Trust And Act On</a:t>
            </a:r>
          </a:p>
        </p:txBody>
      </p:sp>
      <p:sp>
        <p:nvSpPr>
          <p:cNvPr id="5" name="">
            <a:extLst xmlns:a="http://schemas.openxmlformats.org/drawingml/2006/main">
              <a:ext uri="{FF2B5EF4-FFF2-40B4-BE49-F238E27FC236}">
                <a16:creationId xmlns:a16="http://schemas.microsoft.com/office/drawing/2014/main" id="{29DA42BB-CECB-486E-BA52-025E2253AB05}"/>
              </a:ext>
            </a:extLst>
          </p:cNvPr>
          <p:cNvSpPr>
            <a:spLocks xmlns:a="http://schemas.openxmlformats.org/drawingml/2006/main" noGrp="1"/>
          </p:cNvSpPr>
          <p:nvPr/>
        </p:nvSpPr>
        <p:spPr>
          <a:xfrm xmlns:a="http://schemas.openxmlformats.org/drawingml/2006/main">
            <a:off x="723900" y="8001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EFB86F"/>
                </a:solidFill>
                <a:latin typeface="Bitstream Charter"/>
                <a:ea typeface="Bitstream Charter"/>
                <a:cs typeface="Bitstream Charter"/>
              </a:defRPr>
            </a:pPr>
            <a:r>
              <a:rPr sz="1200" b="1">
                <a:solidFill>
                  <a:srgbClr val="EFB86F"/>
                </a:solidFill>
                <a:latin typeface="Bitstream Charter"/>
                <a:ea typeface="Bitstream Charter"/>
                <a:cs typeface="Bitstream Charter"/>
              </a:rPr>
              <a:t>OSF × ANDELA HACKATHON</a:t>
            </a:r>
          </a:p>
        </p:txBody>
      </p:sp>
      <p:sp>
        <p:nvSpPr>
          <p:cNvPr id="6" name="">
            <a:extLst xmlns:a="http://schemas.openxmlformats.org/drawingml/2006/main">
              <a:ext uri="{FF2B5EF4-FFF2-40B4-BE49-F238E27FC236}">
                <a16:creationId xmlns:a16="http://schemas.microsoft.com/office/drawing/2014/main" id="{B00C03D5-0109-4558-8D25-D346A4AC75E5}"/>
              </a:ext>
            </a:extLst>
          </p:cNvPr>
          <p:cNvSpPr>
            <a:spLocks xmlns:a="http://schemas.openxmlformats.org/drawingml/2006/main" noGrp="1"/>
          </p:cNvSpPr>
          <p:nvPr/>
        </p:nvSpPr>
        <p:spPr>
          <a:xfrm xmlns:a="http://schemas.openxmlformats.org/drawingml/2006/main">
            <a:off x="723900" y="1809750"/>
            <a:ext cx="809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5250" b="1">
                <a:solidFill>
                  <a:srgbClr val="FFFFFF"/>
                </a:solidFill>
                <a:latin typeface="Bitstream Charter"/>
                <a:ea typeface="Bitstream Charter"/>
                <a:cs typeface="Bitstream Charter"/>
              </a:defRPr>
            </a:pPr>
            <a:r>
              <a:rPr sz="5250" b="1">
                <a:solidFill>
                  <a:srgbClr val="FFFFFF"/>
                </a:solidFill>
                <a:latin typeface="Bitstream Charter"/>
                <a:ea typeface="Bitstream Charter"/>
                <a:cs typeface="Bitstream Charter"/>
              </a:rPr>
              <a:t>Wayfinder</a:t>
            </a:r>
          </a:p>
        </p:txBody>
      </p:sp>
      <p:sp>
        <p:nvSpPr>
          <p:cNvPr id="7" name="">
            <a:extLst xmlns:a="http://schemas.openxmlformats.org/drawingml/2006/main">
              <a:ext uri="{FF2B5EF4-FFF2-40B4-BE49-F238E27FC236}">
                <a16:creationId xmlns:a16="http://schemas.microsoft.com/office/drawing/2014/main" id="{29E5DB00-F13B-4A79-B8EF-F889E3E0EF40}"/>
              </a:ext>
            </a:extLst>
          </p:cNvPr>
          <p:cNvSpPr>
            <a:spLocks xmlns:a="http://schemas.openxmlformats.org/drawingml/2006/main" noGrp="1"/>
          </p:cNvSpPr>
          <p:nvPr/>
        </p:nvSpPr>
        <p:spPr>
          <a:xfrm xmlns:a="http://schemas.openxmlformats.org/drawingml/2006/main">
            <a:off x="723900" y="2933700"/>
            <a:ext cx="809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DCE8F5"/>
                </a:solidFill>
                <a:latin typeface="Bitstream Charter"/>
                <a:ea typeface="Bitstream Charter"/>
                <a:cs typeface="Bitstream Charter"/>
              </a:defRPr>
            </a:pPr>
            <a:r>
              <a:rPr sz="2175" b="0">
                <a:solidFill>
                  <a:srgbClr val="DCE8F5"/>
                </a:solidFill>
                <a:latin typeface="Bitstream Charter"/>
                <a:ea typeface="Bitstream Charter"/>
                <a:cs typeface="Bitstream Charter"/>
              </a:rPr>
              <a:t>Evidence-Backed Regulatory Intelligence And Action For Ethiopian Businesses</a:t>
            </a:r>
          </a:p>
        </p:txBody>
      </p:sp>
      <p:sp>
        <p:nvSpPr>
          <p:cNvPr id="8" name="">
            <a:extLst xmlns:a="http://schemas.openxmlformats.org/drawingml/2006/main">
              <a:ext uri="{FF2B5EF4-FFF2-40B4-BE49-F238E27FC236}">
                <a16:creationId xmlns:a16="http://schemas.microsoft.com/office/drawing/2014/main" id="{57756A8B-C8BF-4069-A79B-14CDDDA417F8}"/>
              </a:ext>
            </a:extLst>
          </p:cNvPr>
          <p:cNvSpPr>
            <a:spLocks xmlns:a="http://schemas.openxmlformats.org/drawingml/2006/main" noGrp="1"/>
          </p:cNvSpPr>
          <p:nvPr/>
        </p:nvSpPr>
        <p:spPr>
          <a:xfrm xmlns:a="http://schemas.openxmlformats.org/drawingml/2006/main">
            <a:off x="8953500" y="1381125"/>
            <a:ext cx="2000250" cy="2000250"/>
          </a:xfrm>
          <a:prstGeom xmlns:a="http://schemas.openxmlformats.org/drawingml/2006/main" prst="roundRect">
            <a:avLst>
              <a:gd name="adj" fmla="val 3810"/>
            </a:avLst>
          </a:prstGeom>
          <a:noFill xmlns:a="http://schemas.openxmlformats.org/drawingml/2006/main"/>
          <a:ln xmlns:a="http://schemas.openxmlformats.org/drawingml/2006/main" w="9525">
            <a:solidFill>
              <a:srgbClr val="B8742A"/>
            </a:solidFill>
          </a:ln>
        </p:spPr>
      </p:sp>
      <p:sp>
        <p:nvSpPr>
          <p:cNvPr id="9" name="">
            <a:extLst xmlns:a="http://schemas.openxmlformats.org/drawingml/2006/main">
              <a:ext uri="{FF2B5EF4-FFF2-40B4-BE49-F238E27FC236}">
                <a16:creationId xmlns:a16="http://schemas.microsoft.com/office/drawing/2014/main" id="{656B62F4-1223-4356-BC17-2DD5324FC783}"/>
              </a:ext>
            </a:extLst>
          </p:cNvPr>
          <p:cNvSpPr>
            <a:spLocks xmlns:a="http://schemas.openxmlformats.org/drawingml/2006/main" noGrp="1"/>
          </p:cNvSpPr>
          <p:nvPr/>
        </p:nvSpPr>
        <p:spPr>
          <a:xfrm xmlns:a="http://schemas.openxmlformats.org/drawingml/2006/main">
            <a:off x="9191625" y="1714500"/>
            <a:ext cx="152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6150" b="1">
                <a:solidFill>
                  <a:srgbClr val="FFFFFF"/>
                </a:solidFill>
                <a:latin typeface="Bitstream Charter"/>
                <a:ea typeface="Bitstream Charter"/>
                <a:cs typeface="Bitstream Charter"/>
              </a:defRPr>
            </a:pPr>
            <a:r>
              <a:rPr sz="6150" b="1">
                <a:solidFill>
                  <a:srgbClr val="FFFFFF"/>
                </a:solidFill>
                <a:latin typeface="Bitstream Charter"/>
                <a:ea typeface="Bitstream Charter"/>
                <a:cs typeface="Bitstream Charter"/>
              </a:rPr>
              <a:t>W</a:t>
            </a:r>
          </a:p>
        </p:txBody>
      </p:sp>
      <p:sp>
        <p:nvSpPr>
          <p:cNvPr id="10" name="">
            <a:extLst xmlns:a="http://schemas.openxmlformats.org/drawingml/2006/main">
              <a:ext uri="{FF2B5EF4-FFF2-40B4-BE49-F238E27FC236}">
                <a16:creationId xmlns:a16="http://schemas.microsoft.com/office/drawing/2014/main" id="{F89D99DA-EAD6-4220-ADD5-3F30753F1F69}"/>
              </a:ext>
            </a:extLst>
          </p:cNvPr>
          <p:cNvSpPr>
            <a:spLocks xmlns:a="http://schemas.openxmlformats.org/drawingml/2006/main" noGrp="1"/>
          </p:cNvSpPr>
          <p:nvPr/>
        </p:nvSpPr>
        <p:spPr>
          <a:xfrm xmlns:a="http://schemas.openxmlformats.org/drawingml/2006/main">
            <a:off x="723900" y="4953000"/>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AFC1D5"/>
                </a:solidFill>
                <a:latin typeface="Bitstream Charter"/>
                <a:ea typeface="Bitstream Charter"/>
                <a:cs typeface="Bitstream Charter"/>
              </a:defRPr>
            </a:pPr>
            <a:r>
              <a:rPr sz="1350" b="0">
                <a:solidFill>
                  <a:srgbClr val="AFC1D5"/>
                </a:solidFill>
                <a:latin typeface="Bitstream Charter"/>
                <a:ea typeface="Bitstream Charter"/>
                <a:cs typeface="Bitstream Charter"/>
              </a:rPr>
              <a:t>Transparency &amp; Accountability Track</a:t>
            </a:r>
          </a:p>
        </p:txBody>
      </p:sp>
    </p:spTree>
    <p:extLst>
      <p:ext uri="{BB962C8B-B14F-4D97-AF65-F5344CB8AC3E}">
        <p14:creationId xmlns:p14="http://schemas.microsoft.com/office/powerpoint/2010/main" val="4809357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36FC79C-4DA6-4D07-A19B-0BF4504EBEF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874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B1384B-DC44-4F8F-99A2-B63879E3ED8C}"/>
              </a:ext>
            </a:extLst>
          </p:cNvPr>
          <p:cNvSpPr>
            <a:spLocks xmlns:a="http://schemas.openxmlformats.org/drawingml/2006/main" noGrp="1"/>
          </p:cNvSpPr>
          <p:nvPr/>
        </p:nvSpPr>
        <p:spPr>
          <a:xfrm xmlns:a="http://schemas.openxmlformats.org/drawingml/2006/main">
            <a:off x="11144250" y="342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8190A3"/>
                </a:solidFill>
                <a:latin typeface="Bitstream Charter"/>
                <a:ea typeface="Bitstream Charter"/>
                <a:cs typeface="Bitstream Charter"/>
              </a:defRPr>
            </a:pPr>
            <a:r>
              <a:rPr sz="1050" b="1">
                <a:solidFill>
                  <a:srgbClr val="8190A3"/>
                </a:solidFill>
                <a:latin typeface="Bitstream Charter"/>
                <a:ea typeface="Bitstream Charter"/>
                <a:cs typeface="Bitstream Charter"/>
              </a:rPr>
              <a:t>02</a:t>
            </a:r>
          </a:p>
        </p:txBody>
      </p:sp>
      <p:sp>
        <p:nvSpPr>
          <p:cNvPr id="3" name="">
            <a:extLst xmlns:a="http://schemas.openxmlformats.org/drawingml/2006/main">
              <a:ext uri="{FF2B5EF4-FFF2-40B4-BE49-F238E27FC236}">
                <a16:creationId xmlns:a16="http://schemas.microsoft.com/office/drawing/2014/main" id="{5E9A0BA2-2B1C-4627-AEBA-10F2E400D3EB}"/>
              </a:ext>
            </a:extLst>
          </p:cNvPr>
          <p:cNvSpPr>
            <a:spLocks xmlns:a="http://schemas.openxmlformats.org/drawingml/2006/main" noGrp="1"/>
          </p:cNvSpPr>
          <p:nvPr/>
        </p:nvSpPr>
        <p:spPr>
          <a:xfrm xmlns:a="http://schemas.openxmlformats.org/drawingml/2006/main">
            <a:off x="704850" y="63341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102C55"/>
                </a:solidFill>
                <a:latin typeface="Bitstream Charter"/>
                <a:ea typeface="Bitstream Charter"/>
                <a:cs typeface="Bitstream Charter"/>
              </a:defRPr>
            </a:pPr>
            <a:r>
              <a:rPr sz="900" b="1">
                <a:solidFill>
                  <a:srgbClr val="102C55"/>
                </a:solidFill>
                <a:latin typeface="Bitstream Charter"/>
                <a:ea typeface="Bitstream Charter"/>
                <a:cs typeface="Bitstream Charter"/>
              </a:rPr>
              <a:t>WAYFINDER</a:t>
            </a:r>
          </a:p>
        </p:txBody>
      </p:sp>
      <p:sp>
        <p:nvSpPr>
          <p:cNvPr id="4" name="">
            <a:extLst xmlns:a="http://schemas.openxmlformats.org/drawingml/2006/main">
              <a:ext uri="{FF2B5EF4-FFF2-40B4-BE49-F238E27FC236}">
                <a16:creationId xmlns:a16="http://schemas.microsoft.com/office/drawing/2014/main" id="{3F117A3E-D164-4B6C-8620-A41DE4C231C4}"/>
              </a:ext>
            </a:extLst>
          </p:cNvPr>
          <p:cNvSpPr>
            <a:spLocks xmlns:a="http://schemas.openxmlformats.org/drawingml/2006/main" noGrp="1"/>
          </p:cNvSpPr>
          <p:nvPr/>
        </p:nvSpPr>
        <p:spPr>
          <a:xfrm xmlns:a="http://schemas.openxmlformats.org/drawingml/2006/main">
            <a:off x="1952625" y="63341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defRPr sz="825" b="0">
                <a:solidFill>
                  <a:srgbClr val="8190A3"/>
                </a:solidFill>
                <a:latin typeface="Bitstream Charter"/>
                <a:ea typeface="Bitstream Charter"/>
                <a:cs typeface="Bitstream Charter"/>
              </a:defRPr>
            </a:pPr>
            <a:r>
              <a:rPr sz="825" b="0">
                <a:solidFill>
                  <a:srgbClr val="8190A3"/>
                </a:solidFill>
                <a:latin typeface="Bitstream Charter"/>
                <a:ea typeface="Bitstream Charter"/>
                <a:cs typeface="Bitstream Charter"/>
              </a:rPr>
              <a:t>Information You Can Trust And Act On</a:t>
            </a:r>
          </a:p>
        </p:txBody>
      </p:sp>
      <p:sp>
        <p:nvSpPr>
          <p:cNvPr id="5" name="">
            <a:extLst xmlns:a="http://schemas.openxmlformats.org/drawingml/2006/main">
              <a:ext uri="{FF2B5EF4-FFF2-40B4-BE49-F238E27FC236}">
                <a16:creationId xmlns:a16="http://schemas.microsoft.com/office/drawing/2014/main" id="{AC320AAC-D6E9-4282-B97F-702E4ECB1E90}"/>
              </a:ext>
            </a:extLst>
          </p:cNvPr>
          <p:cNvSpPr>
            <a:spLocks xmlns:a="http://schemas.openxmlformats.org/drawingml/2006/main" noGrp="1"/>
          </p:cNvSpPr>
          <p:nvPr/>
        </p:nvSpPr>
        <p:spPr>
          <a:xfrm xmlns:a="http://schemas.openxmlformats.org/drawingml/2006/main">
            <a:off x="723900" y="5905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B8742A"/>
                </a:solidFill>
                <a:latin typeface="Bitstream Charter"/>
                <a:ea typeface="Bitstream Charter"/>
                <a:cs typeface="Bitstream Charter"/>
              </a:defRPr>
            </a:pPr>
            <a:r>
              <a:rPr sz="1125" b="1">
                <a:solidFill>
                  <a:srgbClr val="B8742A"/>
                </a:solidFill>
                <a:latin typeface="Bitstream Charter"/>
                <a:ea typeface="Bitstream Charter"/>
                <a:cs typeface="Bitstream Charter"/>
              </a:rPr>
              <a:t>THE PROBLEM</a:t>
            </a:r>
          </a:p>
        </p:txBody>
      </p:sp>
      <p:sp>
        <p:nvSpPr>
          <p:cNvPr id="6" name="">
            <a:extLst xmlns:a="http://schemas.openxmlformats.org/drawingml/2006/main">
              <a:ext uri="{FF2B5EF4-FFF2-40B4-BE49-F238E27FC236}">
                <a16:creationId xmlns:a16="http://schemas.microsoft.com/office/drawing/2014/main" id="{5ECD7767-427C-444B-8BE7-67B69D3C0CAC}"/>
              </a:ext>
            </a:extLst>
          </p:cNvPr>
          <p:cNvSpPr>
            <a:spLocks xmlns:a="http://schemas.openxmlformats.org/drawingml/2006/main" noGrp="1"/>
          </p:cNvSpPr>
          <p:nvPr/>
        </p:nvSpPr>
        <p:spPr>
          <a:xfrm xmlns:a="http://schemas.openxmlformats.org/drawingml/2006/main">
            <a:off x="723900" y="1028700"/>
            <a:ext cx="990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450" b="1">
                <a:solidFill>
                  <a:srgbClr val="102C55"/>
                </a:solidFill>
                <a:latin typeface="Bitstream Charter"/>
                <a:ea typeface="Bitstream Charter"/>
                <a:cs typeface="Bitstream Charter"/>
              </a:defRPr>
            </a:pPr>
            <a:r>
              <a:rPr sz="3450" b="1">
                <a:solidFill>
                  <a:srgbClr val="102C55"/>
                </a:solidFill>
                <a:latin typeface="Bitstream Charter"/>
                <a:ea typeface="Bitstream Charter"/>
                <a:cs typeface="Bitstream Charter"/>
              </a:rPr>
              <a:t>Businesses Discover Regulatory Obligations Too Late</a:t>
            </a:r>
          </a:p>
        </p:txBody>
      </p:sp>
      <p:sp>
        <p:nvSpPr>
          <p:cNvPr id="7" name="">
            <a:extLst xmlns:a="http://schemas.openxmlformats.org/drawingml/2006/main">
              <a:ext uri="{FF2B5EF4-FFF2-40B4-BE49-F238E27FC236}">
                <a16:creationId xmlns:a16="http://schemas.microsoft.com/office/drawing/2014/main" id="{B665A1B7-6E21-4B19-9B5C-2BE96732139B}"/>
              </a:ext>
            </a:extLst>
          </p:cNvPr>
          <p:cNvSpPr>
            <a:spLocks xmlns:a="http://schemas.openxmlformats.org/drawingml/2006/main" noGrp="1"/>
          </p:cNvSpPr>
          <p:nvPr/>
        </p:nvSpPr>
        <p:spPr>
          <a:xfrm xmlns:a="http://schemas.openxmlformats.org/drawingml/2006/main">
            <a:off x="723900" y="2619375"/>
            <a:ext cx="971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526177"/>
                </a:solidFill>
                <a:latin typeface="Bitstream Charter"/>
                <a:ea typeface="Bitstream Charter"/>
                <a:cs typeface="Bitstream Charter"/>
              </a:defRPr>
            </a:pPr>
            <a:r>
              <a:rPr sz="1575" b="0">
                <a:solidFill>
                  <a:srgbClr val="526177"/>
                </a:solidFill>
                <a:latin typeface="Bitstream Charter"/>
                <a:ea typeface="Bitstream Charter"/>
                <a:cs typeface="Bitstream Charter"/>
              </a:rPr>
              <a:t>Relevant information is fragmented across official pages, notices, directives, and scanned documents. Teams often investigate only when a bank, accountant, or filing deadline forces the question.</a:t>
            </a:r>
          </a:p>
        </p:txBody>
      </p:sp>
      <p:sp>
        <p:nvSpPr>
          <p:cNvPr id="8" name="">
            <a:extLst xmlns:a="http://schemas.openxmlformats.org/drawingml/2006/main">
              <a:ext uri="{FF2B5EF4-FFF2-40B4-BE49-F238E27FC236}">
                <a16:creationId xmlns:a16="http://schemas.microsoft.com/office/drawing/2014/main" id="{A116E225-9031-49D0-913A-54748155BA3B}"/>
              </a:ext>
            </a:extLst>
          </p:cNvPr>
          <p:cNvSpPr>
            <a:spLocks xmlns:a="http://schemas.openxmlformats.org/drawingml/2006/main" noGrp="1"/>
          </p:cNvSpPr>
          <p:nvPr/>
        </p:nvSpPr>
        <p:spPr>
          <a:xfrm xmlns:a="http://schemas.openxmlformats.org/drawingml/2006/main">
            <a:off x="723900" y="38385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ED69803-FA67-406F-A42F-73606E589551}"/>
              </a:ext>
            </a:extLst>
          </p:cNvPr>
          <p:cNvSpPr>
            <a:spLocks xmlns:a="http://schemas.openxmlformats.org/drawingml/2006/main" noGrp="1"/>
          </p:cNvSpPr>
          <p:nvPr/>
        </p:nvSpPr>
        <p:spPr>
          <a:xfrm xmlns:a="http://schemas.openxmlformats.org/drawingml/2006/main">
            <a:off x="733425" y="38195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0" name="">
            <a:extLst xmlns:a="http://schemas.openxmlformats.org/drawingml/2006/main">
              <a:ext uri="{FF2B5EF4-FFF2-40B4-BE49-F238E27FC236}">
                <a16:creationId xmlns:a16="http://schemas.microsoft.com/office/drawing/2014/main" id="{3B8C32AA-3B56-4232-999A-A054A9E04ADF}"/>
              </a:ext>
            </a:extLst>
          </p:cNvPr>
          <p:cNvSpPr>
            <a:spLocks xmlns:a="http://schemas.openxmlformats.org/drawingml/2006/main" noGrp="1"/>
          </p:cNvSpPr>
          <p:nvPr/>
        </p:nvSpPr>
        <p:spPr>
          <a:xfrm xmlns:a="http://schemas.openxmlformats.org/drawingml/2006/main">
            <a:off x="1047750" y="3790950"/>
            <a:ext cx="9486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Older authentic guidance remains searchable</a:t>
            </a:r>
          </a:p>
        </p:txBody>
      </p:sp>
      <p:sp>
        <p:nvSpPr>
          <p:cNvPr id="11" name="">
            <a:extLst xmlns:a="http://schemas.openxmlformats.org/drawingml/2006/main">
              <a:ext uri="{FF2B5EF4-FFF2-40B4-BE49-F238E27FC236}">
                <a16:creationId xmlns:a16="http://schemas.microsoft.com/office/drawing/2014/main" id="{69AC8FC6-D608-41B3-BDEC-DDB39AE94748}"/>
              </a:ext>
            </a:extLst>
          </p:cNvPr>
          <p:cNvSpPr>
            <a:spLocks xmlns:a="http://schemas.openxmlformats.org/drawingml/2006/main" noGrp="1"/>
          </p:cNvSpPr>
          <p:nvPr/>
        </p:nvSpPr>
        <p:spPr>
          <a:xfrm xmlns:a="http://schemas.openxmlformats.org/drawingml/2006/main">
            <a:off x="723900" y="458152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06E8656-19FE-410E-832B-E3A9BB986B62}"/>
              </a:ext>
            </a:extLst>
          </p:cNvPr>
          <p:cNvSpPr>
            <a:spLocks xmlns:a="http://schemas.openxmlformats.org/drawingml/2006/main" noGrp="1"/>
          </p:cNvSpPr>
          <p:nvPr/>
        </p:nvSpPr>
        <p:spPr>
          <a:xfrm xmlns:a="http://schemas.openxmlformats.org/drawingml/2006/main">
            <a:off x="733425" y="456247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3" name="">
            <a:extLst xmlns:a="http://schemas.openxmlformats.org/drawingml/2006/main">
              <a:ext uri="{FF2B5EF4-FFF2-40B4-BE49-F238E27FC236}">
                <a16:creationId xmlns:a16="http://schemas.microsoft.com/office/drawing/2014/main" id="{EE5BD34E-0FD4-49F3-8F62-40A46DB58B4F}"/>
              </a:ext>
            </a:extLst>
          </p:cNvPr>
          <p:cNvSpPr>
            <a:spLocks xmlns:a="http://schemas.openxmlformats.org/drawingml/2006/main" noGrp="1"/>
          </p:cNvSpPr>
          <p:nvPr/>
        </p:nvSpPr>
        <p:spPr>
          <a:xfrm xmlns:a="http://schemas.openxmlformats.org/drawingml/2006/main">
            <a:off x="1047750" y="4533900"/>
            <a:ext cx="9486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Applicability changes by date, audience, and transaction</a:t>
            </a:r>
          </a:p>
        </p:txBody>
      </p:sp>
      <p:sp>
        <p:nvSpPr>
          <p:cNvPr id="14" name="">
            <a:extLst xmlns:a="http://schemas.openxmlformats.org/drawingml/2006/main">
              <a:ext uri="{FF2B5EF4-FFF2-40B4-BE49-F238E27FC236}">
                <a16:creationId xmlns:a16="http://schemas.microsoft.com/office/drawing/2014/main" id="{AA84C676-F7F4-4BE9-A624-E13FF137555C}"/>
              </a:ext>
            </a:extLst>
          </p:cNvPr>
          <p:cNvSpPr>
            <a:spLocks xmlns:a="http://schemas.openxmlformats.org/drawingml/2006/main" noGrp="1"/>
          </p:cNvSpPr>
          <p:nvPr/>
        </p:nvSpPr>
        <p:spPr>
          <a:xfrm xmlns:a="http://schemas.openxmlformats.org/drawingml/2006/main">
            <a:off x="723900" y="53244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AC8EC17-0AED-4A9B-A65E-ABE3A4D2FA25}"/>
              </a:ext>
            </a:extLst>
          </p:cNvPr>
          <p:cNvSpPr>
            <a:spLocks xmlns:a="http://schemas.openxmlformats.org/drawingml/2006/main" noGrp="1"/>
          </p:cNvSpPr>
          <p:nvPr/>
        </p:nvSpPr>
        <p:spPr>
          <a:xfrm xmlns:a="http://schemas.openxmlformats.org/drawingml/2006/main">
            <a:off x="733425" y="53054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6" name="">
            <a:extLst xmlns:a="http://schemas.openxmlformats.org/drawingml/2006/main">
              <a:ext uri="{FF2B5EF4-FFF2-40B4-BE49-F238E27FC236}">
                <a16:creationId xmlns:a16="http://schemas.microsoft.com/office/drawing/2014/main" id="{5F9571F0-C1D1-4F85-8DB6-E86AC7E6D6E6}"/>
              </a:ext>
            </a:extLst>
          </p:cNvPr>
          <p:cNvSpPr>
            <a:spLocks xmlns:a="http://schemas.openxmlformats.org/drawingml/2006/main" noGrp="1"/>
          </p:cNvSpPr>
          <p:nvPr/>
        </p:nvSpPr>
        <p:spPr>
          <a:xfrm xmlns:a="http://schemas.openxmlformats.org/drawingml/2006/main">
            <a:off x="1047750" y="5276850"/>
            <a:ext cx="9486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A publication rarely explains the next operational step</a:t>
            </a:r>
          </a:p>
        </p:txBody>
      </p:sp>
    </p:spTree>
    <p:extLst>
      <p:ext uri="{BB962C8B-B14F-4D97-AF65-F5344CB8AC3E}">
        <p14:creationId xmlns:p14="http://schemas.microsoft.com/office/powerpoint/2010/main" val="6676587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C1CDCAE-57D6-4012-B1DC-A57B1B12E5B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874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A1E0A6-CFDC-4217-9D5A-84A4CAA5F4FA}"/>
              </a:ext>
            </a:extLst>
          </p:cNvPr>
          <p:cNvSpPr>
            <a:spLocks xmlns:a="http://schemas.openxmlformats.org/drawingml/2006/main" noGrp="1"/>
          </p:cNvSpPr>
          <p:nvPr/>
        </p:nvSpPr>
        <p:spPr>
          <a:xfrm xmlns:a="http://schemas.openxmlformats.org/drawingml/2006/main">
            <a:off x="11144250" y="342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8190A3"/>
                </a:solidFill>
                <a:latin typeface="Bitstream Charter"/>
                <a:ea typeface="Bitstream Charter"/>
                <a:cs typeface="Bitstream Charter"/>
              </a:defRPr>
            </a:pPr>
            <a:r>
              <a:rPr sz="1050" b="1">
                <a:solidFill>
                  <a:srgbClr val="8190A3"/>
                </a:solidFill>
                <a:latin typeface="Bitstream Charter"/>
                <a:ea typeface="Bitstream Charter"/>
                <a:cs typeface="Bitstream Charter"/>
              </a:rPr>
              <a:t>03</a:t>
            </a:r>
          </a:p>
        </p:txBody>
      </p:sp>
      <p:sp>
        <p:nvSpPr>
          <p:cNvPr id="3" name="">
            <a:extLst xmlns:a="http://schemas.openxmlformats.org/drawingml/2006/main">
              <a:ext uri="{FF2B5EF4-FFF2-40B4-BE49-F238E27FC236}">
                <a16:creationId xmlns:a16="http://schemas.microsoft.com/office/drawing/2014/main" id="{F13121F8-9A45-4530-AA19-9EAAEC3B201A}"/>
              </a:ext>
            </a:extLst>
          </p:cNvPr>
          <p:cNvSpPr>
            <a:spLocks xmlns:a="http://schemas.openxmlformats.org/drawingml/2006/main" noGrp="1"/>
          </p:cNvSpPr>
          <p:nvPr/>
        </p:nvSpPr>
        <p:spPr>
          <a:xfrm xmlns:a="http://schemas.openxmlformats.org/drawingml/2006/main">
            <a:off x="704850" y="63341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102C55"/>
                </a:solidFill>
                <a:latin typeface="Bitstream Charter"/>
                <a:ea typeface="Bitstream Charter"/>
                <a:cs typeface="Bitstream Charter"/>
              </a:defRPr>
            </a:pPr>
            <a:r>
              <a:rPr sz="900" b="1">
                <a:solidFill>
                  <a:srgbClr val="102C55"/>
                </a:solidFill>
                <a:latin typeface="Bitstream Charter"/>
                <a:ea typeface="Bitstream Charter"/>
                <a:cs typeface="Bitstream Charter"/>
              </a:rPr>
              <a:t>WAYFINDER</a:t>
            </a:r>
          </a:p>
        </p:txBody>
      </p:sp>
      <p:sp>
        <p:nvSpPr>
          <p:cNvPr id="4" name="">
            <a:extLst xmlns:a="http://schemas.openxmlformats.org/drawingml/2006/main">
              <a:ext uri="{FF2B5EF4-FFF2-40B4-BE49-F238E27FC236}">
                <a16:creationId xmlns:a16="http://schemas.microsoft.com/office/drawing/2014/main" id="{DFDC7356-ACEF-4ED5-9498-48D296B4AAFB}"/>
              </a:ext>
            </a:extLst>
          </p:cNvPr>
          <p:cNvSpPr>
            <a:spLocks xmlns:a="http://schemas.openxmlformats.org/drawingml/2006/main" noGrp="1"/>
          </p:cNvSpPr>
          <p:nvPr/>
        </p:nvSpPr>
        <p:spPr>
          <a:xfrm xmlns:a="http://schemas.openxmlformats.org/drawingml/2006/main">
            <a:off x="1952625" y="63341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defRPr sz="825" b="0">
                <a:solidFill>
                  <a:srgbClr val="8190A3"/>
                </a:solidFill>
                <a:latin typeface="Bitstream Charter"/>
                <a:ea typeface="Bitstream Charter"/>
                <a:cs typeface="Bitstream Charter"/>
              </a:defRPr>
            </a:pPr>
            <a:r>
              <a:rPr sz="825" b="0">
                <a:solidFill>
                  <a:srgbClr val="8190A3"/>
                </a:solidFill>
                <a:latin typeface="Bitstream Charter"/>
                <a:ea typeface="Bitstream Charter"/>
                <a:cs typeface="Bitstream Charter"/>
              </a:rPr>
              <a:t>Information You Can Trust And Act On</a:t>
            </a:r>
          </a:p>
        </p:txBody>
      </p:sp>
      <p:sp>
        <p:nvSpPr>
          <p:cNvPr id="5" name="">
            <a:extLst xmlns:a="http://schemas.openxmlformats.org/drawingml/2006/main">
              <a:ext uri="{FF2B5EF4-FFF2-40B4-BE49-F238E27FC236}">
                <a16:creationId xmlns:a16="http://schemas.microsoft.com/office/drawing/2014/main" id="{D961BE6D-8F79-450D-B5EA-77DC17DD68CF}"/>
              </a:ext>
            </a:extLst>
          </p:cNvPr>
          <p:cNvSpPr>
            <a:spLocks xmlns:a="http://schemas.openxmlformats.org/drawingml/2006/main" noGrp="1"/>
          </p:cNvSpPr>
          <p:nvPr/>
        </p:nvSpPr>
        <p:spPr>
          <a:xfrm xmlns:a="http://schemas.openxmlformats.org/drawingml/2006/main">
            <a:off x="723900" y="5905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B8742A"/>
                </a:solidFill>
                <a:latin typeface="Bitstream Charter"/>
                <a:ea typeface="Bitstream Charter"/>
                <a:cs typeface="Bitstream Charter"/>
              </a:defRPr>
            </a:pPr>
            <a:r>
              <a:rPr sz="1125" b="1">
                <a:solidFill>
                  <a:srgbClr val="B8742A"/>
                </a:solidFill>
                <a:latin typeface="Bitstream Charter"/>
                <a:ea typeface="Bitstream Charter"/>
                <a:cs typeface="Bitstream Charter"/>
              </a:rPr>
              <a:t>THE USER</a:t>
            </a:r>
          </a:p>
        </p:txBody>
      </p:sp>
      <p:sp>
        <p:nvSpPr>
          <p:cNvPr id="6" name="">
            <a:extLst xmlns:a="http://schemas.openxmlformats.org/drawingml/2006/main">
              <a:ext uri="{FF2B5EF4-FFF2-40B4-BE49-F238E27FC236}">
                <a16:creationId xmlns:a16="http://schemas.microsoft.com/office/drawing/2014/main" id="{20AEFBFD-E8CB-4E72-9AF2-A8E7483BFBCD}"/>
              </a:ext>
            </a:extLst>
          </p:cNvPr>
          <p:cNvSpPr>
            <a:spLocks xmlns:a="http://schemas.openxmlformats.org/drawingml/2006/main" noGrp="1"/>
          </p:cNvSpPr>
          <p:nvPr/>
        </p:nvSpPr>
        <p:spPr>
          <a:xfrm xmlns:a="http://schemas.openxmlformats.org/drawingml/2006/main">
            <a:off x="723900" y="1028700"/>
            <a:ext cx="990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450" b="1">
                <a:solidFill>
                  <a:srgbClr val="102C55"/>
                </a:solidFill>
                <a:latin typeface="Bitstream Charter"/>
                <a:ea typeface="Bitstream Charter"/>
                <a:cs typeface="Bitstream Charter"/>
              </a:defRPr>
            </a:pPr>
            <a:r>
              <a:rPr sz="3450" b="1">
                <a:solidFill>
                  <a:srgbClr val="102C55"/>
                </a:solidFill>
                <a:latin typeface="Bitstream Charter"/>
                <a:ea typeface="Bitstream Charter"/>
                <a:cs typeface="Bitstream Charter"/>
              </a:rPr>
              <a:t>Service Exporters Need Answers At The Transaction Moment</a:t>
            </a:r>
          </a:p>
        </p:txBody>
      </p:sp>
      <p:sp>
        <p:nvSpPr>
          <p:cNvPr id="7" name="">
            <a:extLst xmlns:a="http://schemas.openxmlformats.org/drawingml/2006/main">
              <a:ext uri="{FF2B5EF4-FFF2-40B4-BE49-F238E27FC236}">
                <a16:creationId xmlns:a16="http://schemas.microsoft.com/office/drawing/2014/main" id="{353CDBC7-199A-49C9-A5D9-15F523723826}"/>
              </a:ext>
            </a:extLst>
          </p:cNvPr>
          <p:cNvSpPr>
            <a:spLocks xmlns:a="http://schemas.openxmlformats.org/drawingml/2006/main" noGrp="1"/>
          </p:cNvSpPr>
          <p:nvPr/>
        </p:nvSpPr>
        <p:spPr>
          <a:xfrm xmlns:a="http://schemas.openxmlformats.org/drawingml/2006/main">
            <a:off x="723900" y="2619375"/>
            <a:ext cx="971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526177"/>
                </a:solidFill>
                <a:latin typeface="Bitstream Charter"/>
                <a:ea typeface="Bitstream Charter"/>
                <a:cs typeface="Bitstream Charter"/>
              </a:defRPr>
            </a:pPr>
            <a:r>
              <a:rPr sz="1575" b="0">
                <a:solidFill>
                  <a:srgbClr val="526177"/>
                </a:solidFill>
                <a:latin typeface="Bitstream Charter"/>
                <a:ea typeface="Bitstream Charter"/>
                <a:cs typeface="Bitstream Charter"/>
              </a:rPr>
              <a:t>The primary user is a founder or finance lead issuing an invoice or receiving foreign payment for digital services.</a:t>
            </a:r>
          </a:p>
        </p:txBody>
      </p:sp>
      <p:sp>
        <p:nvSpPr>
          <p:cNvPr id="8" name="">
            <a:extLst xmlns:a="http://schemas.openxmlformats.org/drawingml/2006/main">
              <a:ext uri="{FF2B5EF4-FFF2-40B4-BE49-F238E27FC236}">
                <a16:creationId xmlns:a16="http://schemas.microsoft.com/office/drawing/2014/main" id="{0657AA4B-9E55-4FEE-A941-53B8D06F0142}"/>
              </a:ext>
            </a:extLst>
          </p:cNvPr>
          <p:cNvSpPr>
            <a:spLocks xmlns:a="http://schemas.openxmlformats.org/drawingml/2006/main" noGrp="1"/>
          </p:cNvSpPr>
          <p:nvPr/>
        </p:nvSpPr>
        <p:spPr>
          <a:xfrm xmlns:a="http://schemas.openxmlformats.org/drawingml/2006/main">
            <a:off x="723900" y="38385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2517722-F40A-4FC9-9129-5694D9F0DDC3}"/>
              </a:ext>
            </a:extLst>
          </p:cNvPr>
          <p:cNvSpPr>
            <a:spLocks xmlns:a="http://schemas.openxmlformats.org/drawingml/2006/main" noGrp="1"/>
          </p:cNvSpPr>
          <p:nvPr/>
        </p:nvSpPr>
        <p:spPr>
          <a:xfrm xmlns:a="http://schemas.openxmlformats.org/drawingml/2006/main">
            <a:off x="733425" y="38195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0" name="">
            <a:extLst xmlns:a="http://schemas.openxmlformats.org/drawingml/2006/main">
              <a:ext uri="{FF2B5EF4-FFF2-40B4-BE49-F238E27FC236}">
                <a16:creationId xmlns:a16="http://schemas.microsoft.com/office/drawing/2014/main" id="{818BF79C-26B8-4C1C-863A-A887E39F6E8C}"/>
              </a:ext>
            </a:extLst>
          </p:cNvPr>
          <p:cNvSpPr>
            <a:spLocks xmlns:a="http://schemas.openxmlformats.org/drawingml/2006/main" noGrp="1"/>
          </p:cNvSpPr>
          <p:nvPr/>
        </p:nvSpPr>
        <p:spPr>
          <a:xfrm xmlns:a="http://schemas.openxmlformats.org/drawingml/2006/main">
            <a:off x="1047750" y="3790950"/>
            <a:ext cx="9486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Confirm the current foreign-exchange position</a:t>
            </a:r>
          </a:p>
        </p:txBody>
      </p:sp>
      <p:sp>
        <p:nvSpPr>
          <p:cNvPr id="11" name="">
            <a:extLst xmlns:a="http://schemas.openxmlformats.org/drawingml/2006/main">
              <a:ext uri="{FF2B5EF4-FFF2-40B4-BE49-F238E27FC236}">
                <a16:creationId xmlns:a16="http://schemas.microsoft.com/office/drawing/2014/main" id="{7A2A6E94-E962-42A6-ACB8-F9A98B9CA8D2}"/>
              </a:ext>
            </a:extLst>
          </p:cNvPr>
          <p:cNvSpPr>
            <a:spLocks xmlns:a="http://schemas.openxmlformats.org/drawingml/2006/main" noGrp="1"/>
          </p:cNvSpPr>
          <p:nvPr/>
        </p:nvSpPr>
        <p:spPr>
          <a:xfrm xmlns:a="http://schemas.openxmlformats.org/drawingml/2006/main">
            <a:off x="723900" y="458152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B828F6F-B7B7-4A89-843B-70F6A021378D}"/>
              </a:ext>
            </a:extLst>
          </p:cNvPr>
          <p:cNvSpPr>
            <a:spLocks xmlns:a="http://schemas.openxmlformats.org/drawingml/2006/main" noGrp="1"/>
          </p:cNvSpPr>
          <p:nvPr/>
        </p:nvSpPr>
        <p:spPr>
          <a:xfrm xmlns:a="http://schemas.openxmlformats.org/drawingml/2006/main">
            <a:off x="733425" y="456247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3" name="">
            <a:extLst xmlns:a="http://schemas.openxmlformats.org/drawingml/2006/main">
              <a:ext uri="{FF2B5EF4-FFF2-40B4-BE49-F238E27FC236}">
                <a16:creationId xmlns:a16="http://schemas.microsoft.com/office/drawing/2014/main" id="{61987CBA-7A98-442B-9D16-F1ECDE824888}"/>
              </a:ext>
            </a:extLst>
          </p:cNvPr>
          <p:cNvSpPr>
            <a:spLocks xmlns:a="http://schemas.openxmlformats.org/drawingml/2006/main" noGrp="1"/>
          </p:cNvSpPr>
          <p:nvPr/>
        </p:nvSpPr>
        <p:spPr>
          <a:xfrm xmlns:a="http://schemas.openxmlformats.org/drawingml/2006/main">
            <a:off x="1047750" y="4533900"/>
            <a:ext cx="9486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Prepare the right evidence before tax filing</a:t>
            </a:r>
          </a:p>
        </p:txBody>
      </p:sp>
      <p:sp>
        <p:nvSpPr>
          <p:cNvPr id="14" name="">
            <a:extLst xmlns:a="http://schemas.openxmlformats.org/drawingml/2006/main">
              <a:ext uri="{FF2B5EF4-FFF2-40B4-BE49-F238E27FC236}">
                <a16:creationId xmlns:a16="http://schemas.microsoft.com/office/drawing/2014/main" id="{C4708C20-6639-4DB9-B423-715B904D64A8}"/>
              </a:ext>
            </a:extLst>
          </p:cNvPr>
          <p:cNvSpPr>
            <a:spLocks xmlns:a="http://schemas.openxmlformats.org/drawingml/2006/main" noGrp="1"/>
          </p:cNvSpPr>
          <p:nvPr/>
        </p:nvSpPr>
        <p:spPr>
          <a:xfrm xmlns:a="http://schemas.openxmlformats.org/drawingml/2006/main">
            <a:off x="723900" y="53244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AF22306-3727-4AEA-B982-6022C2E3AA34}"/>
              </a:ext>
            </a:extLst>
          </p:cNvPr>
          <p:cNvSpPr>
            <a:spLocks xmlns:a="http://schemas.openxmlformats.org/drawingml/2006/main" noGrp="1"/>
          </p:cNvSpPr>
          <p:nvPr/>
        </p:nvSpPr>
        <p:spPr>
          <a:xfrm xmlns:a="http://schemas.openxmlformats.org/drawingml/2006/main">
            <a:off x="733425" y="53054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6" name="">
            <a:extLst xmlns:a="http://schemas.openxmlformats.org/drawingml/2006/main">
              <a:ext uri="{FF2B5EF4-FFF2-40B4-BE49-F238E27FC236}">
                <a16:creationId xmlns:a16="http://schemas.microsoft.com/office/drawing/2014/main" id="{6B40B567-892C-4751-99DC-9126287B847F}"/>
              </a:ext>
            </a:extLst>
          </p:cNvPr>
          <p:cNvSpPr>
            <a:spLocks xmlns:a="http://schemas.openxmlformats.org/drawingml/2006/main" noGrp="1"/>
          </p:cNvSpPr>
          <p:nvPr/>
        </p:nvSpPr>
        <p:spPr>
          <a:xfrm xmlns:a="http://schemas.openxmlformats.org/drawingml/2006/main">
            <a:off x="1047750" y="5276850"/>
            <a:ext cx="9486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Escalate only the unresolved professional question</a:t>
            </a:r>
          </a:p>
        </p:txBody>
      </p:sp>
    </p:spTree>
    <p:extLst>
      <p:ext uri="{BB962C8B-B14F-4D97-AF65-F5344CB8AC3E}">
        <p14:creationId xmlns:p14="http://schemas.microsoft.com/office/powerpoint/2010/main" val="17819291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E0AE00-F033-455D-8945-BBC7100129F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874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2A69D6-F027-4DB6-BD8B-8F191F712A5D}"/>
              </a:ext>
            </a:extLst>
          </p:cNvPr>
          <p:cNvSpPr>
            <a:spLocks xmlns:a="http://schemas.openxmlformats.org/drawingml/2006/main" noGrp="1"/>
          </p:cNvSpPr>
          <p:nvPr/>
        </p:nvSpPr>
        <p:spPr>
          <a:xfrm xmlns:a="http://schemas.openxmlformats.org/drawingml/2006/main">
            <a:off x="11144250" y="342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8190A3"/>
                </a:solidFill>
                <a:latin typeface="Bitstream Charter"/>
                <a:ea typeface="Bitstream Charter"/>
                <a:cs typeface="Bitstream Charter"/>
              </a:defRPr>
            </a:pPr>
            <a:r>
              <a:rPr sz="1050" b="1">
                <a:solidFill>
                  <a:srgbClr val="8190A3"/>
                </a:solidFill>
                <a:latin typeface="Bitstream Charter"/>
                <a:ea typeface="Bitstream Charter"/>
                <a:cs typeface="Bitstream Charter"/>
              </a:rPr>
              <a:t>04</a:t>
            </a:r>
          </a:p>
        </p:txBody>
      </p:sp>
      <p:sp>
        <p:nvSpPr>
          <p:cNvPr id="3" name="">
            <a:extLst xmlns:a="http://schemas.openxmlformats.org/drawingml/2006/main">
              <a:ext uri="{FF2B5EF4-FFF2-40B4-BE49-F238E27FC236}">
                <a16:creationId xmlns:a16="http://schemas.microsoft.com/office/drawing/2014/main" id="{C7A59380-F7E2-4F72-9D0E-CCADF7C35927}"/>
              </a:ext>
            </a:extLst>
          </p:cNvPr>
          <p:cNvSpPr>
            <a:spLocks xmlns:a="http://schemas.openxmlformats.org/drawingml/2006/main" noGrp="1"/>
          </p:cNvSpPr>
          <p:nvPr/>
        </p:nvSpPr>
        <p:spPr>
          <a:xfrm xmlns:a="http://schemas.openxmlformats.org/drawingml/2006/main">
            <a:off x="704850" y="63341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102C55"/>
                </a:solidFill>
                <a:latin typeface="Bitstream Charter"/>
                <a:ea typeface="Bitstream Charter"/>
                <a:cs typeface="Bitstream Charter"/>
              </a:defRPr>
            </a:pPr>
            <a:r>
              <a:rPr sz="900" b="1">
                <a:solidFill>
                  <a:srgbClr val="102C55"/>
                </a:solidFill>
                <a:latin typeface="Bitstream Charter"/>
                <a:ea typeface="Bitstream Charter"/>
                <a:cs typeface="Bitstream Charter"/>
              </a:rPr>
              <a:t>WAYFINDER</a:t>
            </a:r>
          </a:p>
        </p:txBody>
      </p:sp>
      <p:sp>
        <p:nvSpPr>
          <p:cNvPr id="4" name="">
            <a:extLst xmlns:a="http://schemas.openxmlformats.org/drawingml/2006/main">
              <a:ext uri="{FF2B5EF4-FFF2-40B4-BE49-F238E27FC236}">
                <a16:creationId xmlns:a16="http://schemas.microsoft.com/office/drawing/2014/main" id="{8BE4EB24-47C2-492E-BEB9-CF95993854DC}"/>
              </a:ext>
            </a:extLst>
          </p:cNvPr>
          <p:cNvSpPr>
            <a:spLocks xmlns:a="http://schemas.openxmlformats.org/drawingml/2006/main" noGrp="1"/>
          </p:cNvSpPr>
          <p:nvPr/>
        </p:nvSpPr>
        <p:spPr>
          <a:xfrm xmlns:a="http://schemas.openxmlformats.org/drawingml/2006/main">
            <a:off x="1952625" y="63341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defRPr sz="825" b="0">
                <a:solidFill>
                  <a:srgbClr val="8190A3"/>
                </a:solidFill>
                <a:latin typeface="Bitstream Charter"/>
                <a:ea typeface="Bitstream Charter"/>
                <a:cs typeface="Bitstream Charter"/>
              </a:defRPr>
            </a:pPr>
            <a:r>
              <a:rPr sz="825" b="0">
                <a:solidFill>
                  <a:srgbClr val="8190A3"/>
                </a:solidFill>
                <a:latin typeface="Bitstream Charter"/>
                <a:ea typeface="Bitstream Charter"/>
                <a:cs typeface="Bitstream Charter"/>
              </a:rPr>
              <a:t>Information You Can Trust And Act On</a:t>
            </a:r>
          </a:p>
        </p:txBody>
      </p:sp>
      <p:sp>
        <p:nvSpPr>
          <p:cNvPr id="5" name="">
            <a:extLst xmlns:a="http://schemas.openxmlformats.org/drawingml/2006/main">
              <a:ext uri="{FF2B5EF4-FFF2-40B4-BE49-F238E27FC236}">
                <a16:creationId xmlns:a16="http://schemas.microsoft.com/office/drawing/2014/main" id="{4AAB3D9C-54E8-4A42-AC58-135CEFB145E8}"/>
              </a:ext>
            </a:extLst>
          </p:cNvPr>
          <p:cNvSpPr>
            <a:spLocks xmlns:a="http://schemas.openxmlformats.org/drawingml/2006/main" noGrp="1"/>
          </p:cNvSpPr>
          <p:nvPr/>
        </p:nvSpPr>
        <p:spPr>
          <a:xfrm xmlns:a="http://schemas.openxmlformats.org/drawingml/2006/main">
            <a:off x="723900" y="5905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B8742A"/>
                </a:solidFill>
                <a:latin typeface="Bitstream Charter"/>
                <a:ea typeface="Bitstream Charter"/>
                <a:cs typeface="Bitstream Charter"/>
              </a:defRPr>
            </a:pPr>
            <a:r>
              <a:rPr sz="1125" b="1">
                <a:solidFill>
                  <a:srgbClr val="B8742A"/>
                </a:solidFill>
                <a:latin typeface="Bitstream Charter"/>
                <a:ea typeface="Bitstream Charter"/>
                <a:cs typeface="Bitstream Charter"/>
              </a:rPr>
              <a:t>THE EVIDENCE GAP</a:t>
            </a:r>
          </a:p>
        </p:txBody>
      </p:sp>
      <p:sp>
        <p:nvSpPr>
          <p:cNvPr id="6" name="">
            <a:extLst xmlns:a="http://schemas.openxmlformats.org/drawingml/2006/main">
              <a:ext uri="{FF2B5EF4-FFF2-40B4-BE49-F238E27FC236}">
                <a16:creationId xmlns:a16="http://schemas.microsoft.com/office/drawing/2014/main" id="{41C20B2B-53D1-4501-A29B-7EB5B3266DA4}"/>
              </a:ext>
            </a:extLst>
          </p:cNvPr>
          <p:cNvSpPr>
            <a:spLocks xmlns:a="http://schemas.openxmlformats.org/drawingml/2006/main" noGrp="1"/>
          </p:cNvSpPr>
          <p:nvPr/>
        </p:nvSpPr>
        <p:spPr>
          <a:xfrm xmlns:a="http://schemas.openxmlformats.org/drawingml/2006/main">
            <a:off x="723900" y="1028700"/>
            <a:ext cx="990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450" b="1">
                <a:solidFill>
                  <a:srgbClr val="102C55"/>
                </a:solidFill>
                <a:latin typeface="Bitstream Charter"/>
                <a:ea typeface="Bitstream Charter"/>
                <a:cs typeface="Bitstream Charter"/>
              </a:defRPr>
            </a:pPr>
            <a:r>
              <a:rPr sz="3450" b="1">
                <a:solidFill>
                  <a:srgbClr val="102C55"/>
                </a:solidFill>
                <a:latin typeface="Bitstream Charter"/>
                <a:ea typeface="Bitstream Charter"/>
                <a:cs typeface="Bitstream Charter"/>
              </a:rPr>
              <a:t>An Authentic Source May No Longer State The Current Position</a:t>
            </a:r>
          </a:p>
        </p:txBody>
      </p:sp>
      <p:sp>
        <p:nvSpPr>
          <p:cNvPr id="7" name="">
            <a:extLst xmlns:a="http://schemas.openxmlformats.org/drawingml/2006/main">
              <a:ext uri="{FF2B5EF4-FFF2-40B4-BE49-F238E27FC236}">
                <a16:creationId xmlns:a16="http://schemas.microsoft.com/office/drawing/2014/main" id="{6A8B05FD-2E63-4B84-B4BD-9E52D13C8724}"/>
              </a:ext>
            </a:extLst>
          </p:cNvPr>
          <p:cNvSpPr>
            <a:spLocks xmlns:a="http://schemas.openxmlformats.org/drawingml/2006/main" noGrp="1"/>
          </p:cNvSpPr>
          <p:nvPr/>
        </p:nvSpPr>
        <p:spPr>
          <a:xfrm xmlns:a="http://schemas.openxmlformats.org/drawingml/2006/main">
            <a:off x="723900" y="2619375"/>
            <a:ext cx="971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526177"/>
                </a:solidFill>
                <a:latin typeface="Bitstream Charter"/>
                <a:ea typeface="Bitstream Charter"/>
                <a:cs typeface="Bitstream Charter"/>
              </a:defRPr>
            </a:pPr>
            <a:r>
              <a:rPr sz="1575" b="0">
                <a:solidFill>
                  <a:srgbClr val="526177"/>
                </a:solidFill>
                <a:latin typeface="Bitstream Charter"/>
                <a:ea typeface="Bitstream Charter"/>
                <a:cs typeface="Bitstream Charter"/>
              </a:rPr>
              <a:t>Wayfinder preserves the version trail instead of silently selecting one document.</a:t>
            </a:r>
          </a:p>
        </p:txBody>
      </p:sp>
      <p:sp>
        <p:nvSpPr>
          <p:cNvPr id="8" name="">
            <a:extLst xmlns:a="http://schemas.openxmlformats.org/drawingml/2006/main">
              <a:ext uri="{FF2B5EF4-FFF2-40B4-BE49-F238E27FC236}">
                <a16:creationId xmlns:a16="http://schemas.microsoft.com/office/drawing/2014/main" id="{C025A108-F333-4025-B4C5-E2671325FC28}"/>
              </a:ext>
            </a:extLst>
          </p:cNvPr>
          <p:cNvSpPr>
            <a:spLocks xmlns:a="http://schemas.openxmlformats.org/drawingml/2006/main" noGrp="1"/>
          </p:cNvSpPr>
          <p:nvPr/>
        </p:nvSpPr>
        <p:spPr>
          <a:xfrm xmlns:a="http://schemas.openxmlformats.org/drawingml/2006/main">
            <a:off x="723900" y="3905250"/>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158"/>
          </a:bodyPr>
          <a:lstStyle xmlns:a="http://schemas.openxmlformats.org/drawingml/2006/main"/>
          <a:p xmlns:a="http://schemas.openxmlformats.org/drawingml/2006/main">
            <a:pPr>
              <a:defRPr sz="5700" b="1">
                <a:solidFill>
                  <a:srgbClr val="102C55"/>
                </a:solidFill>
                <a:latin typeface="Bitstream Charter"/>
                <a:ea typeface="Bitstream Charter"/>
                <a:cs typeface="Bitstream Charter"/>
              </a:defRPr>
            </a:pPr>
            <a:r>
              <a:rPr sz="5700" b="1">
                <a:solidFill>
                  <a:srgbClr val="102C55"/>
                </a:solidFill>
                <a:latin typeface="Bitstream Charter"/>
                <a:ea typeface="Bitstream Charter"/>
                <a:cs typeface="Bitstream Charter"/>
              </a:rPr>
              <a:t>50%</a:t>
            </a:r>
          </a:p>
        </p:txBody>
      </p:sp>
      <p:sp>
        <p:nvSpPr>
          <p:cNvPr id="9" name="">
            <a:extLst xmlns:a="http://schemas.openxmlformats.org/drawingml/2006/main">
              <a:ext uri="{FF2B5EF4-FFF2-40B4-BE49-F238E27FC236}">
                <a16:creationId xmlns:a16="http://schemas.microsoft.com/office/drawing/2014/main" id="{034F7D86-8C0C-49C4-A45B-C4ECC1EF18CC}"/>
              </a:ext>
            </a:extLst>
          </p:cNvPr>
          <p:cNvSpPr>
            <a:spLocks xmlns:a="http://schemas.openxmlformats.org/drawingml/2006/main" noGrp="1"/>
          </p:cNvSpPr>
          <p:nvPr/>
        </p:nvSpPr>
        <p:spPr>
          <a:xfrm xmlns:a="http://schemas.openxmlformats.org/drawingml/2006/main">
            <a:off x="723900" y="4762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526177"/>
                </a:solidFill>
                <a:latin typeface="Bitstream Charter"/>
                <a:ea typeface="Bitstream Charter"/>
                <a:cs typeface="Bitstream Charter"/>
              </a:defRPr>
            </a:pPr>
            <a:r>
              <a:rPr sz="1350" b="1">
                <a:solidFill>
                  <a:srgbClr val="526177"/>
                </a:solidFill>
                <a:latin typeface="Bitstream Charter"/>
                <a:ea typeface="Bitstream Charter"/>
                <a:cs typeface="Bitstream Charter"/>
              </a:rPr>
              <a:t>Older Published Position</a:t>
            </a:r>
          </a:p>
        </p:txBody>
      </p:sp>
      <p:sp>
        <p:nvSpPr>
          <p:cNvPr id="10" name="">
            <a:extLst xmlns:a="http://schemas.openxmlformats.org/drawingml/2006/main">
              <a:ext uri="{FF2B5EF4-FFF2-40B4-BE49-F238E27FC236}">
                <a16:creationId xmlns:a16="http://schemas.microsoft.com/office/drawing/2014/main" id="{EEC974B7-4FB4-4496-BC3B-58D54BCA9042}"/>
              </a:ext>
            </a:extLst>
          </p:cNvPr>
          <p:cNvSpPr>
            <a:spLocks xmlns:a="http://schemas.openxmlformats.org/drawingml/2006/main" noGrp="1"/>
          </p:cNvSpPr>
          <p:nvPr/>
        </p:nvSpPr>
        <p:spPr>
          <a:xfrm xmlns:a="http://schemas.openxmlformats.org/drawingml/2006/main">
            <a:off x="5334000" y="390525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158"/>
          </a:bodyPr>
          <a:lstStyle xmlns:a="http://schemas.openxmlformats.org/drawingml/2006/main"/>
          <a:p xmlns:a="http://schemas.openxmlformats.org/drawingml/2006/main">
            <a:pPr>
              <a:defRPr sz="5700" b="1">
                <a:solidFill>
                  <a:srgbClr val="B8742A"/>
                </a:solidFill>
                <a:latin typeface="Bitstream Charter"/>
                <a:ea typeface="Bitstream Charter"/>
                <a:cs typeface="Bitstream Charter"/>
              </a:defRPr>
            </a:pPr>
            <a:r>
              <a:rPr sz="5700" b="1">
                <a:solidFill>
                  <a:srgbClr val="B8742A"/>
                </a:solidFill>
                <a:latin typeface="Bitstream Charter"/>
                <a:ea typeface="Bitstream Charter"/>
                <a:cs typeface="Bitstream Charter"/>
              </a:rPr>
              <a:t>100%</a:t>
            </a:r>
          </a:p>
        </p:txBody>
      </p:sp>
      <p:sp>
        <p:nvSpPr>
          <p:cNvPr id="11" name="">
            <a:extLst xmlns:a="http://schemas.openxmlformats.org/drawingml/2006/main">
              <a:ext uri="{FF2B5EF4-FFF2-40B4-BE49-F238E27FC236}">
                <a16:creationId xmlns:a16="http://schemas.microsoft.com/office/drawing/2014/main" id="{8CB80BF3-FA72-4D80-BE65-C973F49C65BD}"/>
              </a:ext>
            </a:extLst>
          </p:cNvPr>
          <p:cNvSpPr>
            <a:spLocks xmlns:a="http://schemas.openxmlformats.org/drawingml/2006/main" noGrp="1"/>
          </p:cNvSpPr>
          <p:nvPr/>
        </p:nvSpPr>
        <p:spPr>
          <a:xfrm xmlns:a="http://schemas.openxmlformats.org/drawingml/2006/main">
            <a:off x="5334000" y="47625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526177"/>
                </a:solidFill>
                <a:latin typeface="Bitstream Charter"/>
                <a:ea typeface="Bitstream Charter"/>
                <a:cs typeface="Bitstream Charter"/>
              </a:defRPr>
            </a:pPr>
            <a:r>
              <a:rPr sz="1350" b="1">
                <a:solidFill>
                  <a:srgbClr val="526177"/>
                </a:solidFill>
                <a:latin typeface="Bitstream Charter"/>
                <a:ea typeface="Bitstream Charter"/>
                <a:cs typeface="Bitstream Charter"/>
              </a:rPr>
              <a:t>Current Service-Exporter Position</a:t>
            </a:r>
          </a:p>
        </p:txBody>
      </p:sp>
    </p:spTree>
    <p:extLst>
      <p:ext uri="{BB962C8B-B14F-4D97-AF65-F5344CB8AC3E}">
        <p14:creationId xmlns:p14="http://schemas.microsoft.com/office/powerpoint/2010/main" val="3364891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0CA72CE-F013-4EFF-96BE-F6894126073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874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309D77-4EBE-4804-9CD2-4E5D5A263D08}"/>
              </a:ext>
            </a:extLst>
          </p:cNvPr>
          <p:cNvSpPr>
            <a:spLocks xmlns:a="http://schemas.openxmlformats.org/drawingml/2006/main" noGrp="1"/>
          </p:cNvSpPr>
          <p:nvPr/>
        </p:nvSpPr>
        <p:spPr>
          <a:xfrm xmlns:a="http://schemas.openxmlformats.org/drawingml/2006/main">
            <a:off x="11144250" y="342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8190A3"/>
                </a:solidFill>
                <a:latin typeface="Bitstream Charter"/>
                <a:ea typeface="Bitstream Charter"/>
                <a:cs typeface="Bitstream Charter"/>
              </a:defRPr>
            </a:pPr>
            <a:r>
              <a:rPr sz="1050" b="1">
                <a:solidFill>
                  <a:srgbClr val="8190A3"/>
                </a:solidFill>
                <a:latin typeface="Bitstream Charter"/>
                <a:ea typeface="Bitstream Charter"/>
                <a:cs typeface="Bitstream Charter"/>
              </a:rPr>
              <a:t>05</a:t>
            </a:r>
          </a:p>
        </p:txBody>
      </p:sp>
      <p:sp>
        <p:nvSpPr>
          <p:cNvPr id="3" name="">
            <a:extLst xmlns:a="http://schemas.openxmlformats.org/drawingml/2006/main">
              <a:ext uri="{FF2B5EF4-FFF2-40B4-BE49-F238E27FC236}">
                <a16:creationId xmlns:a16="http://schemas.microsoft.com/office/drawing/2014/main" id="{24D3E9CE-F54A-4DBF-87F4-75E8164585C7}"/>
              </a:ext>
            </a:extLst>
          </p:cNvPr>
          <p:cNvSpPr>
            <a:spLocks xmlns:a="http://schemas.openxmlformats.org/drawingml/2006/main" noGrp="1"/>
          </p:cNvSpPr>
          <p:nvPr/>
        </p:nvSpPr>
        <p:spPr>
          <a:xfrm xmlns:a="http://schemas.openxmlformats.org/drawingml/2006/main">
            <a:off x="704850" y="63341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102C55"/>
                </a:solidFill>
                <a:latin typeface="Bitstream Charter"/>
                <a:ea typeface="Bitstream Charter"/>
                <a:cs typeface="Bitstream Charter"/>
              </a:defRPr>
            </a:pPr>
            <a:r>
              <a:rPr sz="900" b="1">
                <a:solidFill>
                  <a:srgbClr val="102C55"/>
                </a:solidFill>
                <a:latin typeface="Bitstream Charter"/>
                <a:ea typeface="Bitstream Charter"/>
                <a:cs typeface="Bitstream Charter"/>
              </a:rPr>
              <a:t>WAYFINDER</a:t>
            </a:r>
          </a:p>
        </p:txBody>
      </p:sp>
      <p:sp>
        <p:nvSpPr>
          <p:cNvPr id="4" name="">
            <a:extLst xmlns:a="http://schemas.openxmlformats.org/drawingml/2006/main">
              <a:ext uri="{FF2B5EF4-FFF2-40B4-BE49-F238E27FC236}">
                <a16:creationId xmlns:a16="http://schemas.microsoft.com/office/drawing/2014/main" id="{E4860157-7B07-4F82-BAF9-E2064F8C2885}"/>
              </a:ext>
            </a:extLst>
          </p:cNvPr>
          <p:cNvSpPr>
            <a:spLocks xmlns:a="http://schemas.openxmlformats.org/drawingml/2006/main" noGrp="1"/>
          </p:cNvSpPr>
          <p:nvPr/>
        </p:nvSpPr>
        <p:spPr>
          <a:xfrm xmlns:a="http://schemas.openxmlformats.org/drawingml/2006/main">
            <a:off x="1952625" y="63341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defRPr sz="825" b="0">
                <a:solidFill>
                  <a:srgbClr val="8190A3"/>
                </a:solidFill>
                <a:latin typeface="Bitstream Charter"/>
                <a:ea typeface="Bitstream Charter"/>
                <a:cs typeface="Bitstream Charter"/>
              </a:defRPr>
            </a:pPr>
            <a:r>
              <a:rPr sz="825" b="0">
                <a:solidFill>
                  <a:srgbClr val="8190A3"/>
                </a:solidFill>
                <a:latin typeface="Bitstream Charter"/>
                <a:ea typeface="Bitstream Charter"/>
                <a:cs typeface="Bitstream Charter"/>
              </a:rPr>
              <a:t>Information You Can Trust And Act On</a:t>
            </a:r>
          </a:p>
        </p:txBody>
      </p:sp>
      <p:sp>
        <p:nvSpPr>
          <p:cNvPr id="5" name="">
            <a:extLst xmlns:a="http://schemas.openxmlformats.org/drawingml/2006/main">
              <a:ext uri="{FF2B5EF4-FFF2-40B4-BE49-F238E27FC236}">
                <a16:creationId xmlns:a16="http://schemas.microsoft.com/office/drawing/2014/main" id="{937B8404-F24A-4711-B8F9-F99CA3702CF1}"/>
              </a:ext>
            </a:extLst>
          </p:cNvPr>
          <p:cNvSpPr>
            <a:spLocks xmlns:a="http://schemas.openxmlformats.org/drawingml/2006/main" noGrp="1"/>
          </p:cNvSpPr>
          <p:nvPr/>
        </p:nvSpPr>
        <p:spPr>
          <a:xfrm xmlns:a="http://schemas.openxmlformats.org/drawingml/2006/main">
            <a:off x="723900" y="5905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B8742A"/>
                </a:solidFill>
                <a:latin typeface="Bitstream Charter"/>
                <a:ea typeface="Bitstream Charter"/>
                <a:cs typeface="Bitstream Charter"/>
              </a:defRPr>
            </a:pPr>
            <a:r>
              <a:rPr sz="1125" b="1">
                <a:solidFill>
                  <a:srgbClr val="B8742A"/>
                </a:solidFill>
                <a:latin typeface="Bitstream Charter"/>
                <a:ea typeface="Bitstream Charter"/>
                <a:cs typeface="Bitstream Charter"/>
              </a:rPr>
              <a:t>THE SOLUTION</a:t>
            </a:r>
          </a:p>
        </p:txBody>
      </p:sp>
      <p:sp>
        <p:nvSpPr>
          <p:cNvPr id="6" name="">
            <a:extLst xmlns:a="http://schemas.openxmlformats.org/drawingml/2006/main">
              <a:ext uri="{FF2B5EF4-FFF2-40B4-BE49-F238E27FC236}">
                <a16:creationId xmlns:a16="http://schemas.microsoft.com/office/drawing/2014/main" id="{25E47093-0D54-4EEB-A686-74D068603F83}"/>
              </a:ext>
            </a:extLst>
          </p:cNvPr>
          <p:cNvSpPr>
            <a:spLocks xmlns:a="http://schemas.openxmlformats.org/drawingml/2006/main" noGrp="1"/>
          </p:cNvSpPr>
          <p:nvPr/>
        </p:nvSpPr>
        <p:spPr>
          <a:xfrm xmlns:a="http://schemas.openxmlformats.org/drawingml/2006/main">
            <a:off x="723900" y="1028700"/>
            <a:ext cx="990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450" b="1">
                <a:solidFill>
                  <a:srgbClr val="102C55"/>
                </a:solidFill>
                <a:latin typeface="Bitstream Charter"/>
                <a:ea typeface="Bitstream Charter"/>
                <a:cs typeface="Bitstream Charter"/>
              </a:defRPr>
            </a:pPr>
            <a:r>
              <a:rPr sz="3450" b="1">
                <a:solidFill>
                  <a:srgbClr val="102C55"/>
                </a:solidFill>
                <a:latin typeface="Bitstream Charter"/>
                <a:ea typeface="Bitstream Charter"/>
                <a:cs typeface="Bitstream Charter"/>
              </a:rPr>
              <a:t>Wayfinder Connects Evidence, Interpretation, Action, And Judgment</a:t>
            </a:r>
          </a:p>
        </p:txBody>
      </p:sp>
      <p:sp>
        <p:nvSpPr>
          <p:cNvPr id="7" name="">
            <a:extLst xmlns:a="http://schemas.openxmlformats.org/drawingml/2006/main">
              <a:ext uri="{FF2B5EF4-FFF2-40B4-BE49-F238E27FC236}">
                <a16:creationId xmlns:a16="http://schemas.microsoft.com/office/drawing/2014/main" id="{D2568F44-AF8E-4B47-9BCC-5727B44870ED}"/>
              </a:ext>
            </a:extLst>
          </p:cNvPr>
          <p:cNvSpPr>
            <a:spLocks xmlns:a="http://schemas.openxmlformats.org/drawingml/2006/main" noGrp="1"/>
          </p:cNvSpPr>
          <p:nvPr/>
        </p:nvSpPr>
        <p:spPr>
          <a:xfrm xmlns:a="http://schemas.openxmlformats.org/drawingml/2006/main">
            <a:off x="723900" y="2619375"/>
            <a:ext cx="971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526177"/>
                </a:solidFill>
                <a:latin typeface="Bitstream Charter"/>
                <a:ea typeface="Bitstream Charter"/>
                <a:cs typeface="Bitstream Charter"/>
              </a:defRPr>
            </a:pPr>
            <a:r>
              <a:rPr sz="1575" b="0">
                <a:solidFill>
                  <a:srgbClr val="526177"/>
                </a:solidFill>
                <a:latin typeface="Bitstream Charter"/>
                <a:ea typeface="Bitstream Charter"/>
                <a:cs typeface="Bitstream Charter"/>
              </a:rPr>
              <a:t>The product separates four information layers so generated reasoning never appears to be official text.</a:t>
            </a:r>
          </a:p>
        </p:txBody>
      </p:sp>
      <p:sp>
        <p:nvSpPr>
          <p:cNvPr id="8" name="">
            <a:extLst xmlns:a="http://schemas.openxmlformats.org/drawingml/2006/main">
              <a:ext uri="{FF2B5EF4-FFF2-40B4-BE49-F238E27FC236}">
                <a16:creationId xmlns:a16="http://schemas.microsoft.com/office/drawing/2014/main" id="{80996D53-1E7E-41B1-8972-F84D894DBDC0}"/>
              </a:ext>
            </a:extLst>
          </p:cNvPr>
          <p:cNvSpPr>
            <a:spLocks xmlns:a="http://schemas.openxmlformats.org/drawingml/2006/main" noGrp="1"/>
          </p:cNvSpPr>
          <p:nvPr/>
        </p:nvSpPr>
        <p:spPr>
          <a:xfrm xmlns:a="http://schemas.openxmlformats.org/drawingml/2006/main">
            <a:off x="723900" y="38385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F652181-31DF-4336-8275-F0B2A87518FD}"/>
              </a:ext>
            </a:extLst>
          </p:cNvPr>
          <p:cNvSpPr>
            <a:spLocks xmlns:a="http://schemas.openxmlformats.org/drawingml/2006/main" noGrp="1"/>
          </p:cNvSpPr>
          <p:nvPr/>
        </p:nvSpPr>
        <p:spPr>
          <a:xfrm xmlns:a="http://schemas.openxmlformats.org/drawingml/2006/main">
            <a:off x="733425" y="38195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0" name="">
            <a:extLst xmlns:a="http://schemas.openxmlformats.org/drawingml/2006/main">
              <a:ext uri="{FF2B5EF4-FFF2-40B4-BE49-F238E27FC236}">
                <a16:creationId xmlns:a16="http://schemas.microsoft.com/office/drawing/2014/main" id="{17A42D8F-0F67-4BCB-ADF1-13CBF4005A34}"/>
              </a:ext>
            </a:extLst>
          </p:cNvPr>
          <p:cNvSpPr>
            <a:spLocks xmlns:a="http://schemas.openxmlformats.org/drawingml/2006/main" noGrp="1"/>
          </p:cNvSpPr>
          <p:nvPr/>
        </p:nvSpPr>
        <p:spPr>
          <a:xfrm xmlns:a="http://schemas.openxmlformats.org/drawingml/2006/main">
            <a:off x="1047750" y="379095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Verified source evidence with dates and provenance</a:t>
            </a:r>
          </a:p>
        </p:txBody>
      </p:sp>
      <p:sp>
        <p:nvSpPr>
          <p:cNvPr id="11" name="">
            <a:extLst xmlns:a="http://schemas.openxmlformats.org/drawingml/2006/main">
              <a:ext uri="{FF2B5EF4-FFF2-40B4-BE49-F238E27FC236}">
                <a16:creationId xmlns:a16="http://schemas.microsoft.com/office/drawing/2014/main" id="{8C31BAC2-401A-4A31-A6D5-9C0486A15B2A}"/>
              </a:ext>
            </a:extLst>
          </p:cNvPr>
          <p:cNvSpPr>
            <a:spLocks xmlns:a="http://schemas.openxmlformats.org/drawingml/2006/main" noGrp="1"/>
          </p:cNvSpPr>
          <p:nvPr/>
        </p:nvSpPr>
        <p:spPr>
          <a:xfrm xmlns:a="http://schemas.openxmlformats.org/drawingml/2006/main">
            <a:off x="5943600" y="38385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5FCA2CF-F159-4FB9-BCD0-82B8B54E21DE}"/>
              </a:ext>
            </a:extLst>
          </p:cNvPr>
          <p:cNvSpPr>
            <a:spLocks xmlns:a="http://schemas.openxmlformats.org/drawingml/2006/main" noGrp="1"/>
          </p:cNvSpPr>
          <p:nvPr/>
        </p:nvSpPr>
        <p:spPr>
          <a:xfrm xmlns:a="http://schemas.openxmlformats.org/drawingml/2006/main">
            <a:off x="5953125" y="38195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3" name="">
            <a:extLst xmlns:a="http://schemas.openxmlformats.org/drawingml/2006/main">
              <a:ext uri="{FF2B5EF4-FFF2-40B4-BE49-F238E27FC236}">
                <a16:creationId xmlns:a16="http://schemas.microsoft.com/office/drawing/2014/main" id="{E4F28D60-D5C2-4676-99E2-918B5CEA0C6C}"/>
              </a:ext>
            </a:extLst>
          </p:cNvPr>
          <p:cNvSpPr>
            <a:spLocks xmlns:a="http://schemas.openxmlformats.org/drawingml/2006/main" noGrp="1"/>
          </p:cNvSpPr>
          <p:nvPr/>
        </p:nvSpPr>
        <p:spPr>
          <a:xfrm xmlns:a="http://schemas.openxmlformats.org/drawingml/2006/main">
            <a:off x="6267450" y="379095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Generated interpretation with stated assumptions</a:t>
            </a:r>
          </a:p>
        </p:txBody>
      </p:sp>
      <p:sp>
        <p:nvSpPr>
          <p:cNvPr id="14" name="">
            <a:extLst xmlns:a="http://schemas.openxmlformats.org/drawingml/2006/main">
              <a:ext uri="{FF2B5EF4-FFF2-40B4-BE49-F238E27FC236}">
                <a16:creationId xmlns:a16="http://schemas.microsoft.com/office/drawing/2014/main" id="{49F2F351-9892-4D59-8C78-6CB6E57DB02A}"/>
              </a:ext>
            </a:extLst>
          </p:cNvPr>
          <p:cNvSpPr>
            <a:spLocks xmlns:a="http://schemas.openxmlformats.org/drawingml/2006/main" noGrp="1"/>
          </p:cNvSpPr>
          <p:nvPr/>
        </p:nvSpPr>
        <p:spPr>
          <a:xfrm xmlns:a="http://schemas.openxmlformats.org/drawingml/2006/main">
            <a:off x="723900" y="458152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E20AD51-8FC4-4EBE-9EB8-5C6A3B6286E6}"/>
              </a:ext>
            </a:extLst>
          </p:cNvPr>
          <p:cNvSpPr>
            <a:spLocks xmlns:a="http://schemas.openxmlformats.org/drawingml/2006/main" noGrp="1"/>
          </p:cNvSpPr>
          <p:nvPr/>
        </p:nvSpPr>
        <p:spPr>
          <a:xfrm xmlns:a="http://schemas.openxmlformats.org/drawingml/2006/main">
            <a:off x="733425" y="456247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6" name="">
            <a:extLst xmlns:a="http://schemas.openxmlformats.org/drawingml/2006/main">
              <a:ext uri="{FF2B5EF4-FFF2-40B4-BE49-F238E27FC236}">
                <a16:creationId xmlns:a16="http://schemas.microsoft.com/office/drawing/2014/main" id="{F41CBB6C-DA77-4172-A55C-54701E386A6D}"/>
              </a:ext>
            </a:extLst>
          </p:cNvPr>
          <p:cNvSpPr>
            <a:spLocks xmlns:a="http://schemas.openxmlformats.org/drawingml/2006/main" noGrp="1"/>
          </p:cNvSpPr>
          <p:nvPr/>
        </p:nvSpPr>
        <p:spPr>
          <a:xfrm xmlns:a="http://schemas.openxmlformats.org/drawingml/2006/main">
            <a:off x="1047750" y="453390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Transaction-specific actions and evidence requirements</a:t>
            </a:r>
          </a:p>
        </p:txBody>
      </p:sp>
      <p:sp>
        <p:nvSpPr>
          <p:cNvPr id="17" name="">
            <a:extLst xmlns:a="http://schemas.openxmlformats.org/drawingml/2006/main">
              <a:ext uri="{FF2B5EF4-FFF2-40B4-BE49-F238E27FC236}">
                <a16:creationId xmlns:a16="http://schemas.microsoft.com/office/drawing/2014/main" id="{8F2E104E-85B5-43DB-BD36-179231C0A1B3}"/>
              </a:ext>
            </a:extLst>
          </p:cNvPr>
          <p:cNvSpPr>
            <a:spLocks xmlns:a="http://schemas.openxmlformats.org/drawingml/2006/main" noGrp="1"/>
          </p:cNvSpPr>
          <p:nvPr/>
        </p:nvSpPr>
        <p:spPr>
          <a:xfrm xmlns:a="http://schemas.openxmlformats.org/drawingml/2006/main">
            <a:off x="5943600" y="458152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27CBEFD-A41C-456D-BF82-18DB3E1D7A4F}"/>
              </a:ext>
            </a:extLst>
          </p:cNvPr>
          <p:cNvSpPr>
            <a:spLocks xmlns:a="http://schemas.openxmlformats.org/drawingml/2006/main" noGrp="1"/>
          </p:cNvSpPr>
          <p:nvPr/>
        </p:nvSpPr>
        <p:spPr>
          <a:xfrm xmlns:a="http://schemas.openxmlformats.org/drawingml/2006/main">
            <a:off x="5953125" y="456247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9" name="">
            <a:extLst xmlns:a="http://schemas.openxmlformats.org/drawingml/2006/main">
              <a:ext uri="{FF2B5EF4-FFF2-40B4-BE49-F238E27FC236}">
                <a16:creationId xmlns:a16="http://schemas.microsoft.com/office/drawing/2014/main" id="{6C70F4EC-08B6-4C50-89FE-08ECD5F7E429}"/>
              </a:ext>
            </a:extLst>
          </p:cNvPr>
          <p:cNvSpPr>
            <a:spLocks xmlns:a="http://schemas.openxmlformats.org/drawingml/2006/main" noGrp="1"/>
          </p:cNvSpPr>
          <p:nvPr/>
        </p:nvSpPr>
        <p:spPr>
          <a:xfrm xmlns:a="http://schemas.openxmlformats.org/drawingml/2006/main">
            <a:off x="6267450" y="453390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Recorded professional judgment for high-impact questions</a:t>
            </a:r>
          </a:p>
        </p:txBody>
      </p:sp>
    </p:spTree>
    <p:extLst>
      <p:ext uri="{BB962C8B-B14F-4D97-AF65-F5344CB8AC3E}">
        <p14:creationId xmlns:p14="http://schemas.microsoft.com/office/powerpoint/2010/main" val="4823205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6BC6F18-A043-4C13-A5CB-609C49DFC1B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874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8A0AF4-5F49-4BF7-884F-B1E1C6339438}"/>
              </a:ext>
            </a:extLst>
          </p:cNvPr>
          <p:cNvSpPr>
            <a:spLocks xmlns:a="http://schemas.openxmlformats.org/drawingml/2006/main" noGrp="1"/>
          </p:cNvSpPr>
          <p:nvPr/>
        </p:nvSpPr>
        <p:spPr>
          <a:xfrm xmlns:a="http://schemas.openxmlformats.org/drawingml/2006/main">
            <a:off x="11144250" y="342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8190A3"/>
                </a:solidFill>
                <a:latin typeface="Bitstream Charter"/>
                <a:ea typeface="Bitstream Charter"/>
                <a:cs typeface="Bitstream Charter"/>
              </a:defRPr>
            </a:pPr>
            <a:r>
              <a:rPr sz="1050" b="1">
                <a:solidFill>
                  <a:srgbClr val="8190A3"/>
                </a:solidFill>
                <a:latin typeface="Bitstream Charter"/>
                <a:ea typeface="Bitstream Charter"/>
                <a:cs typeface="Bitstream Charter"/>
              </a:rPr>
              <a:t>06</a:t>
            </a:r>
          </a:p>
        </p:txBody>
      </p:sp>
      <p:sp>
        <p:nvSpPr>
          <p:cNvPr id="3" name="">
            <a:extLst xmlns:a="http://schemas.openxmlformats.org/drawingml/2006/main">
              <a:ext uri="{FF2B5EF4-FFF2-40B4-BE49-F238E27FC236}">
                <a16:creationId xmlns:a16="http://schemas.microsoft.com/office/drawing/2014/main" id="{D72F63A6-7CDC-4247-831C-5E10A11F94D3}"/>
              </a:ext>
            </a:extLst>
          </p:cNvPr>
          <p:cNvSpPr>
            <a:spLocks xmlns:a="http://schemas.openxmlformats.org/drawingml/2006/main" noGrp="1"/>
          </p:cNvSpPr>
          <p:nvPr/>
        </p:nvSpPr>
        <p:spPr>
          <a:xfrm xmlns:a="http://schemas.openxmlformats.org/drawingml/2006/main">
            <a:off x="704850" y="63341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102C55"/>
                </a:solidFill>
                <a:latin typeface="Bitstream Charter"/>
                <a:ea typeface="Bitstream Charter"/>
                <a:cs typeface="Bitstream Charter"/>
              </a:defRPr>
            </a:pPr>
            <a:r>
              <a:rPr sz="900" b="1">
                <a:solidFill>
                  <a:srgbClr val="102C55"/>
                </a:solidFill>
                <a:latin typeface="Bitstream Charter"/>
                <a:ea typeface="Bitstream Charter"/>
                <a:cs typeface="Bitstream Charter"/>
              </a:rPr>
              <a:t>WAYFINDER</a:t>
            </a:r>
          </a:p>
        </p:txBody>
      </p:sp>
      <p:sp>
        <p:nvSpPr>
          <p:cNvPr id="4" name="">
            <a:extLst xmlns:a="http://schemas.openxmlformats.org/drawingml/2006/main">
              <a:ext uri="{FF2B5EF4-FFF2-40B4-BE49-F238E27FC236}">
                <a16:creationId xmlns:a16="http://schemas.microsoft.com/office/drawing/2014/main" id="{3358350E-F51D-4091-BF57-594C2E1051E5}"/>
              </a:ext>
            </a:extLst>
          </p:cNvPr>
          <p:cNvSpPr>
            <a:spLocks xmlns:a="http://schemas.openxmlformats.org/drawingml/2006/main" noGrp="1"/>
          </p:cNvSpPr>
          <p:nvPr/>
        </p:nvSpPr>
        <p:spPr>
          <a:xfrm xmlns:a="http://schemas.openxmlformats.org/drawingml/2006/main">
            <a:off x="1952625" y="63341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defRPr sz="825" b="0">
                <a:solidFill>
                  <a:srgbClr val="8190A3"/>
                </a:solidFill>
                <a:latin typeface="Bitstream Charter"/>
                <a:ea typeface="Bitstream Charter"/>
                <a:cs typeface="Bitstream Charter"/>
              </a:defRPr>
            </a:pPr>
            <a:r>
              <a:rPr sz="825" b="0">
                <a:solidFill>
                  <a:srgbClr val="8190A3"/>
                </a:solidFill>
                <a:latin typeface="Bitstream Charter"/>
                <a:ea typeface="Bitstream Charter"/>
                <a:cs typeface="Bitstream Charter"/>
              </a:rPr>
              <a:t>Information You Can Trust And Act On</a:t>
            </a:r>
          </a:p>
        </p:txBody>
      </p:sp>
      <p:sp>
        <p:nvSpPr>
          <p:cNvPr id="5" name="">
            <a:extLst xmlns:a="http://schemas.openxmlformats.org/drawingml/2006/main">
              <a:ext uri="{FF2B5EF4-FFF2-40B4-BE49-F238E27FC236}">
                <a16:creationId xmlns:a16="http://schemas.microsoft.com/office/drawing/2014/main" id="{D701A808-51A8-4477-AA85-45C5105345AD}"/>
              </a:ext>
            </a:extLst>
          </p:cNvPr>
          <p:cNvSpPr>
            <a:spLocks xmlns:a="http://schemas.openxmlformats.org/drawingml/2006/main" noGrp="1"/>
          </p:cNvSpPr>
          <p:nvPr/>
        </p:nvSpPr>
        <p:spPr>
          <a:xfrm xmlns:a="http://schemas.openxmlformats.org/drawingml/2006/main">
            <a:off x="723900" y="5905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B8742A"/>
                </a:solidFill>
                <a:latin typeface="Bitstream Charter"/>
                <a:ea typeface="Bitstream Charter"/>
                <a:cs typeface="Bitstream Charter"/>
              </a:defRPr>
            </a:pPr>
            <a:r>
              <a:rPr sz="1125" b="1">
                <a:solidFill>
                  <a:srgbClr val="B8742A"/>
                </a:solidFill>
                <a:latin typeface="Bitstream Charter"/>
                <a:ea typeface="Bitstream Charter"/>
                <a:cs typeface="Bitstream Charter"/>
              </a:rPr>
              <a:t>THE WORKING PROTOTYPE</a:t>
            </a:r>
          </a:p>
        </p:txBody>
      </p:sp>
      <p:sp>
        <p:nvSpPr>
          <p:cNvPr id="6" name="">
            <a:extLst xmlns:a="http://schemas.openxmlformats.org/drawingml/2006/main">
              <a:ext uri="{FF2B5EF4-FFF2-40B4-BE49-F238E27FC236}">
                <a16:creationId xmlns:a16="http://schemas.microsoft.com/office/drawing/2014/main" id="{05CC0106-C273-4598-86E7-B94E3CF55814}"/>
              </a:ext>
            </a:extLst>
          </p:cNvPr>
          <p:cNvSpPr>
            <a:spLocks xmlns:a="http://schemas.openxmlformats.org/drawingml/2006/main" noGrp="1"/>
          </p:cNvSpPr>
          <p:nvPr/>
        </p:nvSpPr>
        <p:spPr>
          <a:xfrm xmlns:a="http://schemas.openxmlformats.org/drawingml/2006/main">
            <a:off x="723900" y="1028700"/>
            <a:ext cx="990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450" b="1">
                <a:solidFill>
                  <a:srgbClr val="102C55"/>
                </a:solidFill>
                <a:latin typeface="Bitstream Charter"/>
                <a:ea typeface="Bitstream Charter"/>
                <a:cs typeface="Bitstream Charter"/>
              </a:defRPr>
            </a:pPr>
            <a:r>
              <a:rPr sz="3450" b="1">
                <a:solidFill>
                  <a:srgbClr val="102C55"/>
                </a:solidFill>
                <a:latin typeface="Bitstream Charter"/>
                <a:ea typeface="Bitstream Charter"/>
                <a:cs typeface="Bitstream Charter"/>
              </a:rPr>
              <a:t>A Transaction Becomes A Cited Compliance Checklist</a:t>
            </a:r>
          </a:p>
        </p:txBody>
      </p:sp>
      <p:sp>
        <p:nvSpPr>
          <p:cNvPr id="7" name="">
            <a:extLst xmlns:a="http://schemas.openxmlformats.org/drawingml/2006/main">
              <a:ext uri="{FF2B5EF4-FFF2-40B4-BE49-F238E27FC236}">
                <a16:creationId xmlns:a16="http://schemas.microsoft.com/office/drawing/2014/main" id="{63F2C011-14AA-4550-BB5B-E458DB8A2864}"/>
              </a:ext>
            </a:extLst>
          </p:cNvPr>
          <p:cNvSpPr>
            <a:spLocks xmlns:a="http://schemas.openxmlformats.org/drawingml/2006/main" noGrp="1"/>
          </p:cNvSpPr>
          <p:nvPr/>
        </p:nvSpPr>
        <p:spPr>
          <a:xfrm xmlns:a="http://schemas.openxmlformats.org/drawingml/2006/main">
            <a:off x="723900" y="2619375"/>
            <a:ext cx="971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526177"/>
                </a:solidFill>
                <a:latin typeface="Bitstream Charter"/>
                <a:ea typeface="Bitstream Charter"/>
                <a:cs typeface="Bitstream Charter"/>
              </a:defRPr>
            </a:pPr>
            <a:r>
              <a:rPr sz="1575" b="0">
                <a:solidFill>
                  <a:srgbClr val="526177"/>
                </a:solidFill>
                <a:latin typeface="Bitstream Charter"/>
                <a:ea typeface="Bitstream Charter"/>
                <a:cs typeface="Bitstream Charter"/>
              </a:rPr>
              <a:t>A user describes the export transaction, confirms material facts, and receives the current position, required documents, deadlines, and an expert question package.</a:t>
            </a:r>
          </a:p>
        </p:txBody>
      </p:sp>
      <p:sp>
        <p:nvSpPr>
          <p:cNvPr id="8" name="">
            <a:extLst xmlns:a="http://schemas.openxmlformats.org/drawingml/2006/main">
              <a:ext uri="{FF2B5EF4-FFF2-40B4-BE49-F238E27FC236}">
                <a16:creationId xmlns:a16="http://schemas.microsoft.com/office/drawing/2014/main" id="{C520D1D6-7586-4AAF-87AF-743F5AB610C9}"/>
              </a:ext>
            </a:extLst>
          </p:cNvPr>
          <p:cNvSpPr>
            <a:spLocks xmlns:a="http://schemas.openxmlformats.org/drawingml/2006/main" noGrp="1"/>
          </p:cNvSpPr>
          <p:nvPr/>
        </p:nvSpPr>
        <p:spPr>
          <a:xfrm xmlns:a="http://schemas.openxmlformats.org/drawingml/2006/main">
            <a:off x="8001000" y="38576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5400" b="1">
                <a:solidFill>
                  <a:srgbClr val="B8742A"/>
                </a:solidFill>
                <a:latin typeface="Bitstream Charter"/>
                <a:ea typeface="Bitstream Charter"/>
                <a:cs typeface="Bitstream Charter"/>
              </a:defRPr>
            </a:pPr>
            <a:r>
              <a:rPr sz="5400" b="1">
                <a:solidFill>
                  <a:srgbClr val="B8742A"/>
                </a:solidFill>
                <a:latin typeface="Bitstream Charter"/>
                <a:ea typeface="Bitstream Charter"/>
                <a:cs typeface="Bitstream Charter"/>
              </a:rPr>
              <a:t>10 MIN</a:t>
            </a:r>
          </a:p>
        </p:txBody>
      </p:sp>
      <p:sp>
        <p:nvSpPr>
          <p:cNvPr id="9" name="">
            <a:extLst xmlns:a="http://schemas.openxmlformats.org/drawingml/2006/main">
              <a:ext uri="{FF2B5EF4-FFF2-40B4-BE49-F238E27FC236}">
                <a16:creationId xmlns:a16="http://schemas.microsoft.com/office/drawing/2014/main" id="{6BD6C1B3-F19F-4CD8-8DB7-A7D7400B104F}"/>
              </a:ext>
            </a:extLst>
          </p:cNvPr>
          <p:cNvSpPr>
            <a:spLocks xmlns:a="http://schemas.openxmlformats.org/drawingml/2006/main" noGrp="1"/>
          </p:cNvSpPr>
          <p:nvPr/>
        </p:nvSpPr>
        <p:spPr>
          <a:xfrm xmlns:a="http://schemas.openxmlformats.org/drawingml/2006/main">
            <a:off x="723900" y="38385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AF73077-5940-4DB0-9C4B-C3E7145A3CC0}"/>
              </a:ext>
            </a:extLst>
          </p:cNvPr>
          <p:cNvSpPr>
            <a:spLocks xmlns:a="http://schemas.openxmlformats.org/drawingml/2006/main" noGrp="1"/>
          </p:cNvSpPr>
          <p:nvPr/>
        </p:nvSpPr>
        <p:spPr>
          <a:xfrm xmlns:a="http://schemas.openxmlformats.org/drawingml/2006/main">
            <a:off x="733425" y="38195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1" name="">
            <a:extLst xmlns:a="http://schemas.openxmlformats.org/drawingml/2006/main">
              <a:ext uri="{FF2B5EF4-FFF2-40B4-BE49-F238E27FC236}">
                <a16:creationId xmlns:a16="http://schemas.microsoft.com/office/drawing/2014/main" id="{A09D5461-93C0-4206-90AC-568B14A2725A}"/>
              </a:ext>
            </a:extLst>
          </p:cNvPr>
          <p:cNvSpPr>
            <a:spLocks xmlns:a="http://schemas.openxmlformats.org/drawingml/2006/main" noGrp="1"/>
          </p:cNvSpPr>
          <p:nvPr/>
        </p:nvSpPr>
        <p:spPr>
          <a:xfrm xmlns:a="http://schemas.openxmlformats.org/drawingml/2006/main">
            <a:off x="1047750" y="3790950"/>
            <a:ext cx="9486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Current-rule verification</a:t>
            </a:r>
          </a:p>
        </p:txBody>
      </p:sp>
      <p:sp>
        <p:nvSpPr>
          <p:cNvPr id="12" name="">
            <a:extLst xmlns:a="http://schemas.openxmlformats.org/drawingml/2006/main">
              <a:ext uri="{FF2B5EF4-FFF2-40B4-BE49-F238E27FC236}">
                <a16:creationId xmlns:a16="http://schemas.microsoft.com/office/drawing/2014/main" id="{011E8A5F-3640-4DBF-9D65-02AE1C896ACB}"/>
              </a:ext>
            </a:extLst>
          </p:cNvPr>
          <p:cNvSpPr>
            <a:spLocks xmlns:a="http://schemas.openxmlformats.org/drawingml/2006/main" noGrp="1"/>
          </p:cNvSpPr>
          <p:nvPr/>
        </p:nvSpPr>
        <p:spPr>
          <a:xfrm xmlns:a="http://schemas.openxmlformats.org/drawingml/2006/main">
            <a:off x="723900" y="458152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8A63F35-0B2C-411E-92B4-60F2980C18E0}"/>
              </a:ext>
            </a:extLst>
          </p:cNvPr>
          <p:cNvSpPr>
            <a:spLocks xmlns:a="http://schemas.openxmlformats.org/drawingml/2006/main" noGrp="1"/>
          </p:cNvSpPr>
          <p:nvPr/>
        </p:nvSpPr>
        <p:spPr>
          <a:xfrm xmlns:a="http://schemas.openxmlformats.org/drawingml/2006/main">
            <a:off x="733425" y="456247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4" name="">
            <a:extLst xmlns:a="http://schemas.openxmlformats.org/drawingml/2006/main">
              <a:ext uri="{FF2B5EF4-FFF2-40B4-BE49-F238E27FC236}">
                <a16:creationId xmlns:a16="http://schemas.microsoft.com/office/drawing/2014/main" id="{1A6C8CF5-1A31-42A8-BE18-B0A986800BDC}"/>
              </a:ext>
            </a:extLst>
          </p:cNvPr>
          <p:cNvSpPr>
            <a:spLocks xmlns:a="http://schemas.openxmlformats.org/drawingml/2006/main" noGrp="1"/>
          </p:cNvSpPr>
          <p:nvPr/>
        </p:nvSpPr>
        <p:spPr>
          <a:xfrm xmlns:a="http://schemas.openxmlformats.org/drawingml/2006/main">
            <a:off x="1047750" y="4533900"/>
            <a:ext cx="9486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Previous-versus-current comparison</a:t>
            </a:r>
          </a:p>
        </p:txBody>
      </p:sp>
      <p:sp>
        <p:nvSpPr>
          <p:cNvPr id="15" name="">
            <a:extLst xmlns:a="http://schemas.openxmlformats.org/drawingml/2006/main">
              <a:ext uri="{FF2B5EF4-FFF2-40B4-BE49-F238E27FC236}">
                <a16:creationId xmlns:a16="http://schemas.microsoft.com/office/drawing/2014/main" id="{CA1DB8B0-6F7C-4B9E-803C-81020CC0BEB9}"/>
              </a:ext>
            </a:extLst>
          </p:cNvPr>
          <p:cNvSpPr>
            <a:spLocks xmlns:a="http://schemas.openxmlformats.org/drawingml/2006/main" noGrp="1"/>
          </p:cNvSpPr>
          <p:nvPr/>
        </p:nvSpPr>
        <p:spPr>
          <a:xfrm xmlns:a="http://schemas.openxmlformats.org/drawingml/2006/main">
            <a:off x="723900" y="53244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0973D7C-3B4C-42F8-90E3-5FBC54AAE944}"/>
              </a:ext>
            </a:extLst>
          </p:cNvPr>
          <p:cNvSpPr>
            <a:spLocks xmlns:a="http://schemas.openxmlformats.org/drawingml/2006/main" noGrp="1"/>
          </p:cNvSpPr>
          <p:nvPr/>
        </p:nvSpPr>
        <p:spPr>
          <a:xfrm xmlns:a="http://schemas.openxmlformats.org/drawingml/2006/main">
            <a:off x="733425" y="53054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7" name="">
            <a:extLst xmlns:a="http://schemas.openxmlformats.org/drawingml/2006/main">
              <a:ext uri="{FF2B5EF4-FFF2-40B4-BE49-F238E27FC236}">
                <a16:creationId xmlns:a16="http://schemas.microsoft.com/office/drawing/2014/main" id="{198DACAC-D43F-487C-8AE1-74EB144A7778}"/>
              </a:ext>
            </a:extLst>
          </p:cNvPr>
          <p:cNvSpPr>
            <a:spLocks xmlns:a="http://schemas.openxmlformats.org/drawingml/2006/main" noGrp="1"/>
          </p:cNvSpPr>
          <p:nvPr/>
        </p:nvSpPr>
        <p:spPr>
          <a:xfrm xmlns:a="http://schemas.openxmlformats.org/drawingml/2006/main">
            <a:off x="1047750" y="5276850"/>
            <a:ext cx="9486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Action checklist and evidence pack</a:t>
            </a:r>
          </a:p>
        </p:txBody>
      </p:sp>
    </p:spTree>
    <p:extLst>
      <p:ext uri="{BB962C8B-B14F-4D97-AF65-F5344CB8AC3E}">
        <p14:creationId xmlns:p14="http://schemas.microsoft.com/office/powerpoint/2010/main" val="634512218"/>
      </p:ext>
    </p:extLst>
  </p:cSld>
</p:sld>
</file>

<file path=ppt/slides/slide7.xml><?xml version="1.0" encoding="utf-8"?>
<p:sld xmlns:p="http://schemas.openxmlformats.org/presentationml/2006/main">
  <p:cSld>
    <p:bg>
      <p:bgPr>
        <a:solidFill xmlns:a="http://schemas.openxmlformats.org/drawingml/2006/main">
          <a:srgbClr val="102C5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09963BB-3E45-49D4-8298-FA3F64AC393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874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08A1D8-618F-41D9-85A0-CED8168E0549}"/>
              </a:ext>
            </a:extLst>
          </p:cNvPr>
          <p:cNvSpPr>
            <a:spLocks xmlns:a="http://schemas.openxmlformats.org/drawingml/2006/main" noGrp="1"/>
          </p:cNvSpPr>
          <p:nvPr/>
        </p:nvSpPr>
        <p:spPr>
          <a:xfrm xmlns:a="http://schemas.openxmlformats.org/drawingml/2006/main">
            <a:off x="11144250" y="342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AFC1D5"/>
                </a:solidFill>
                <a:latin typeface="Bitstream Charter"/>
                <a:ea typeface="Bitstream Charter"/>
                <a:cs typeface="Bitstream Charter"/>
              </a:defRPr>
            </a:pPr>
            <a:r>
              <a:rPr sz="1050" b="1">
                <a:solidFill>
                  <a:srgbClr val="AFC1D5"/>
                </a:solidFill>
                <a:latin typeface="Bitstream Charter"/>
                <a:ea typeface="Bitstream Charter"/>
                <a:cs typeface="Bitstream Charter"/>
              </a:rPr>
              <a:t>07</a:t>
            </a:r>
          </a:p>
        </p:txBody>
      </p:sp>
      <p:sp>
        <p:nvSpPr>
          <p:cNvPr id="3" name="">
            <a:extLst xmlns:a="http://schemas.openxmlformats.org/drawingml/2006/main">
              <a:ext uri="{FF2B5EF4-FFF2-40B4-BE49-F238E27FC236}">
                <a16:creationId xmlns:a16="http://schemas.microsoft.com/office/drawing/2014/main" id="{781ADD5E-CE31-4295-87DB-C32BAAAFE6C7}"/>
              </a:ext>
            </a:extLst>
          </p:cNvPr>
          <p:cNvSpPr>
            <a:spLocks xmlns:a="http://schemas.openxmlformats.org/drawingml/2006/main" noGrp="1"/>
          </p:cNvSpPr>
          <p:nvPr/>
        </p:nvSpPr>
        <p:spPr>
          <a:xfrm xmlns:a="http://schemas.openxmlformats.org/drawingml/2006/main">
            <a:off x="704850" y="63341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WAYFINDER</a:t>
            </a:r>
          </a:p>
        </p:txBody>
      </p:sp>
      <p:sp>
        <p:nvSpPr>
          <p:cNvPr id="4" name="">
            <a:extLst xmlns:a="http://schemas.openxmlformats.org/drawingml/2006/main">
              <a:ext uri="{FF2B5EF4-FFF2-40B4-BE49-F238E27FC236}">
                <a16:creationId xmlns:a16="http://schemas.microsoft.com/office/drawing/2014/main" id="{EB101225-AEAF-4A17-812F-1EE8719CB136}"/>
              </a:ext>
            </a:extLst>
          </p:cNvPr>
          <p:cNvSpPr>
            <a:spLocks xmlns:a="http://schemas.openxmlformats.org/drawingml/2006/main" noGrp="1"/>
          </p:cNvSpPr>
          <p:nvPr/>
        </p:nvSpPr>
        <p:spPr>
          <a:xfrm xmlns:a="http://schemas.openxmlformats.org/drawingml/2006/main">
            <a:off x="1952625" y="63341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defRPr sz="825" b="0">
                <a:solidFill>
                  <a:srgbClr val="AFC1D5"/>
                </a:solidFill>
                <a:latin typeface="Bitstream Charter"/>
                <a:ea typeface="Bitstream Charter"/>
                <a:cs typeface="Bitstream Charter"/>
              </a:defRPr>
            </a:pPr>
            <a:r>
              <a:rPr sz="825" b="0">
                <a:solidFill>
                  <a:srgbClr val="AFC1D5"/>
                </a:solidFill>
                <a:latin typeface="Bitstream Charter"/>
                <a:ea typeface="Bitstream Charter"/>
                <a:cs typeface="Bitstream Charter"/>
              </a:rPr>
              <a:t>Information You Can Trust And Act On</a:t>
            </a:r>
          </a:p>
        </p:txBody>
      </p:sp>
      <p:sp>
        <p:nvSpPr>
          <p:cNvPr id="5" name="">
            <a:extLst xmlns:a="http://schemas.openxmlformats.org/drawingml/2006/main">
              <a:ext uri="{FF2B5EF4-FFF2-40B4-BE49-F238E27FC236}">
                <a16:creationId xmlns:a16="http://schemas.microsoft.com/office/drawing/2014/main" id="{FAA47B80-3FBB-412F-A68C-8A9ADFEE6623}"/>
              </a:ext>
            </a:extLst>
          </p:cNvPr>
          <p:cNvSpPr>
            <a:spLocks xmlns:a="http://schemas.openxmlformats.org/drawingml/2006/main" noGrp="1"/>
          </p:cNvSpPr>
          <p:nvPr/>
        </p:nvSpPr>
        <p:spPr>
          <a:xfrm xmlns:a="http://schemas.openxmlformats.org/drawingml/2006/main">
            <a:off x="723900" y="5905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EFB86F"/>
                </a:solidFill>
                <a:latin typeface="Bitstream Charter"/>
                <a:ea typeface="Bitstream Charter"/>
                <a:cs typeface="Bitstream Charter"/>
              </a:defRPr>
            </a:pPr>
            <a:r>
              <a:rPr sz="1125" b="1">
                <a:solidFill>
                  <a:srgbClr val="EFB86F"/>
                </a:solidFill>
                <a:latin typeface="Bitstream Charter"/>
                <a:ea typeface="Bitstream Charter"/>
                <a:cs typeface="Bitstream Charter"/>
              </a:rPr>
              <a:t>AUTONOMOUS MONITORING</a:t>
            </a:r>
          </a:p>
        </p:txBody>
      </p:sp>
      <p:sp>
        <p:nvSpPr>
          <p:cNvPr id="6" name="">
            <a:extLst xmlns:a="http://schemas.openxmlformats.org/drawingml/2006/main">
              <a:ext uri="{FF2B5EF4-FFF2-40B4-BE49-F238E27FC236}">
                <a16:creationId xmlns:a16="http://schemas.microsoft.com/office/drawing/2014/main" id="{3187D09F-7B2D-4D5E-B257-E912DB9A6CCE}"/>
              </a:ext>
            </a:extLst>
          </p:cNvPr>
          <p:cNvSpPr>
            <a:spLocks xmlns:a="http://schemas.openxmlformats.org/drawingml/2006/main" noGrp="1"/>
          </p:cNvSpPr>
          <p:nvPr/>
        </p:nvSpPr>
        <p:spPr>
          <a:xfrm xmlns:a="http://schemas.openxmlformats.org/drawingml/2006/main">
            <a:off x="723900" y="1028700"/>
            <a:ext cx="990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450" b="1">
                <a:solidFill>
                  <a:srgbClr val="FFFFFF"/>
                </a:solidFill>
                <a:latin typeface="Bitstream Charter"/>
                <a:ea typeface="Bitstream Charter"/>
                <a:cs typeface="Bitstream Charter"/>
              </a:defRPr>
            </a:pPr>
            <a:r>
              <a:rPr sz="3450" b="1">
                <a:solidFill>
                  <a:srgbClr val="FFFFFF"/>
                </a:solidFill>
                <a:latin typeface="Bitstream Charter"/>
                <a:ea typeface="Bitstream Charter"/>
                <a:cs typeface="Bitstream Charter"/>
              </a:rPr>
              <a:t>Wayfinder Watch Detects Changes And Preserves Human Control</a:t>
            </a:r>
          </a:p>
        </p:txBody>
      </p:sp>
      <p:sp>
        <p:nvSpPr>
          <p:cNvPr id="7" name="">
            <a:extLst xmlns:a="http://schemas.openxmlformats.org/drawingml/2006/main">
              <a:ext uri="{FF2B5EF4-FFF2-40B4-BE49-F238E27FC236}">
                <a16:creationId xmlns:a16="http://schemas.microsoft.com/office/drawing/2014/main" id="{2286B417-CD17-4CDD-A803-2AD16C536CE9}"/>
              </a:ext>
            </a:extLst>
          </p:cNvPr>
          <p:cNvSpPr>
            <a:spLocks xmlns:a="http://schemas.openxmlformats.org/drawingml/2006/main" noGrp="1"/>
          </p:cNvSpPr>
          <p:nvPr/>
        </p:nvSpPr>
        <p:spPr>
          <a:xfrm xmlns:a="http://schemas.openxmlformats.org/drawingml/2006/main">
            <a:off x="723900" y="2619375"/>
            <a:ext cx="971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CE8F5"/>
                </a:solidFill>
                <a:latin typeface="Bitstream Charter"/>
                <a:ea typeface="Bitstream Charter"/>
                <a:cs typeface="Bitstream Charter"/>
              </a:defRPr>
            </a:pPr>
            <a:r>
              <a:rPr sz="1575" b="0">
                <a:solidFill>
                  <a:srgbClr val="DCE8F5"/>
                </a:solidFill>
                <a:latin typeface="Bitstream Charter"/>
                <a:ea typeface="Bitstream Charter"/>
                <a:cs typeface="Bitstream Charter"/>
              </a:rPr>
              <a:t>The operational agent scans administrator-approved sources, fingerprints changes, structures candidate facts, and routes consequential interpretation to people.</a:t>
            </a:r>
          </a:p>
        </p:txBody>
      </p:sp>
      <p:sp>
        <p:nvSpPr>
          <p:cNvPr id="8" name="">
            <a:extLst xmlns:a="http://schemas.openxmlformats.org/drawingml/2006/main">
              <a:ext uri="{FF2B5EF4-FFF2-40B4-BE49-F238E27FC236}">
                <a16:creationId xmlns:a16="http://schemas.microsoft.com/office/drawing/2014/main" id="{BF61333F-A2BD-44BB-90E1-4C47808D6E82}"/>
              </a:ext>
            </a:extLst>
          </p:cNvPr>
          <p:cNvSpPr>
            <a:spLocks xmlns:a="http://schemas.openxmlformats.org/drawingml/2006/main" noGrp="1"/>
          </p:cNvSpPr>
          <p:nvPr/>
        </p:nvSpPr>
        <p:spPr>
          <a:xfrm xmlns:a="http://schemas.openxmlformats.org/drawingml/2006/main">
            <a:off x="723900" y="38385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DD15E24-6E34-4AE5-B840-573418BF0B9A}"/>
              </a:ext>
            </a:extLst>
          </p:cNvPr>
          <p:cNvSpPr>
            <a:spLocks xmlns:a="http://schemas.openxmlformats.org/drawingml/2006/main" noGrp="1"/>
          </p:cNvSpPr>
          <p:nvPr/>
        </p:nvSpPr>
        <p:spPr>
          <a:xfrm xmlns:a="http://schemas.openxmlformats.org/drawingml/2006/main">
            <a:off x="733425" y="38195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0" name="">
            <a:extLst xmlns:a="http://schemas.openxmlformats.org/drawingml/2006/main">
              <a:ext uri="{FF2B5EF4-FFF2-40B4-BE49-F238E27FC236}">
                <a16:creationId xmlns:a16="http://schemas.microsoft.com/office/drawing/2014/main" id="{D4AA74A9-036E-449D-93C1-57C1858D9427}"/>
              </a:ext>
            </a:extLst>
          </p:cNvPr>
          <p:cNvSpPr>
            <a:spLocks xmlns:a="http://schemas.openxmlformats.org/drawingml/2006/main" noGrp="1"/>
          </p:cNvSpPr>
          <p:nvPr/>
        </p:nvSpPr>
        <p:spPr>
          <a:xfrm xmlns:a="http://schemas.openxmlformats.org/drawingml/2006/main">
            <a:off x="1047750" y="379095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E5EEF7"/>
                </a:solidFill>
                <a:latin typeface="Bitstream Charter"/>
                <a:ea typeface="Bitstream Charter"/>
                <a:cs typeface="Bitstream Charter"/>
              </a:defRPr>
            </a:pPr>
            <a:r>
              <a:rPr sz="1350" b="0">
                <a:solidFill>
                  <a:srgbClr val="E5EEF7"/>
                </a:solidFill>
                <a:latin typeface="Bitstream Charter"/>
                <a:ea typeface="Bitstream Charter"/>
                <a:cs typeface="Bitstream Charter"/>
              </a:rPr>
              <a:t>Manual and scheduled live scans</a:t>
            </a:r>
          </a:p>
        </p:txBody>
      </p:sp>
      <p:sp>
        <p:nvSpPr>
          <p:cNvPr id="11" name="">
            <a:extLst xmlns:a="http://schemas.openxmlformats.org/drawingml/2006/main">
              <a:ext uri="{FF2B5EF4-FFF2-40B4-BE49-F238E27FC236}">
                <a16:creationId xmlns:a16="http://schemas.microsoft.com/office/drawing/2014/main" id="{EC5763E1-CC80-48E8-846C-E87BFE352A65}"/>
              </a:ext>
            </a:extLst>
          </p:cNvPr>
          <p:cNvSpPr>
            <a:spLocks xmlns:a="http://schemas.openxmlformats.org/drawingml/2006/main" noGrp="1"/>
          </p:cNvSpPr>
          <p:nvPr/>
        </p:nvSpPr>
        <p:spPr>
          <a:xfrm xmlns:a="http://schemas.openxmlformats.org/drawingml/2006/main">
            <a:off x="5943600" y="38385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C5BE7F2-7395-4600-9578-F6A21896149F}"/>
              </a:ext>
            </a:extLst>
          </p:cNvPr>
          <p:cNvSpPr>
            <a:spLocks xmlns:a="http://schemas.openxmlformats.org/drawingml/2006/main" noGrp="1"/>
          </p:cNvSpPr>
          <p:nvPr/>
        </p:nvSpPr>
        <p:spPr>
          <a:xfrm xmlns:a="http://schemas.openxmlformats.org/drawingml/2006/main">
            <a:off x="5953125" y="38195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3" name="">
            <a:extLst xmlns:a="http://schemas.openxmlformats.org/drawingml/2006/main">
              <a:ext uri="{FF2B5EF4-FFF2-40B4-BE49-F238E27FC236}">
                <a16:creationId xmlns:a16="http://schemas.microsoft.com/office/drawing/2014/main" id="{8EA29542-E125-4FFA-BA38-B20044235435}"/>
              </a:ext>
            </a:extLst>
          </p:cNvPr>
          <p:cNvSpPr>
            <a:spLocks xmlns:a="http://schemas.openxmlformats.org/drawingml/2006/main" noGrp="1"/>
          </p:cNvSpPr>
          <p:nvPr/>
        </p:nvSpPr>
        <p:spPr>
          <a:xfrm xmlns:a="http://schemas.openxmlformats.org/drawingml/2006/main">
            <a:off x="6267450" y="379095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E5EEF7"/>
                </a:solidFill>
                <a:latin typeface="Bitstream Charter"/>
                <a:ea typeface="Bitstream Charter"/>
                <a:cs typeface="Bitstream Charter"/>
              </a:defRPr>
            </a:pPr>
            <a:r>
              <a:rPr sz="1350" b="0">
                <a:solidFill>
                  <a:srgbClr val="E5EEF7"/>
                </a:solidFill>
                <a:latin typeface="Bitstream Charter"/>
                <a:ea typeface="Bitstream Charter"/>
                <a:cs typeface="Bitstream Charter"/>
              </a:rPr>
              <a:t>Configurable official-source registry</a:t>
            </a:r>
          </a:p>
        </p:txBody>
      </p:sp>
      <p:sp>
        <p:nvSpPr>
          <p:cNvPr id="14" name="">
            <a:extLst xmlns:a="http://schemas.openxmlformats.org/drawingml/2006/main">
              <a:ext uri="{FF2B5EF4-FFF2-40B4-BE49-F238E27FC236}">
                <a16:creationId xmlns:a16="http://schemas.microsoft.com/office/drawing/2014/main" id="{9686AD80-8F48-4E88-AC95-2E2B3B0F6BD8}"/>
              </a:ext>
            </a:extLst>
          </p:cNvPr>
          <p:cNvSpPr>
            <a:spLocks xmlns:a="http://schemas.openxmlformats.org/drawingml/2006/main" noGrp="1"/>
          </p:cNvSpPr>
          <p:nvPr/>
        </p:nvSpPr>
        <p:spPr>
          <a:xfrm xmlns:a="http://schemas.openxmlformats.org/drawingml/2006/main">
            <a:off x="723900" y="458152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DA1F320-5B5E-447C-8A2E-9C661DA0F7D5}"/>
              </a:ext>
            </a:extLst>
          </p:cNvPr>
          <p:cNvSpPr>
            <a:spLocks xmlns:a="http://schemas.openxmlformats.org/drawingml/2006/main" noGrp="1"/>
          </p:cNvSpPr>
          <p:nvPr/>
        </p:nvSpPr>
        <p:spPr>
          <a:xfrm xmlns:a="http://schemas.openxmlformats.org/drawingml/2006/main">
            <a:off x="733425" y="456247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6" name="">
            <a:extLst xmlns:a="http://schemas.openxmlformats.org/drawingml/2006/main">
              <a:ext uri="{FF2B5EF4-FFF2-40B4-BE49-F238E27FC236}">
                <a16:creationId xmlns:a16="http://schemas.microsoft.com/office/drawing/2014/main" id="{ED5C2754-9AD5-4663-8192-420327B1E11F}"/>
              </a:ext>
            </a:extLst>
          </p:cNvPr>
          <p:cNvSpPr>
            <a:spLocks xmlns:a="http://schemas.openxmlformats.org/drawingml/2006/main" noGrp="1"/>
          </p:cNvSpPr>
          <p:nvPr/>
        </p:nvSpPr>
        <p:spPr>
          <a:xfrm xmlns:a="http://schemas.openxmlformats.org/drawingml/2006/main">
            <a:off x="1047750" y="453390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E5EEF7"/>
                </a:solidFill>
                <a:latin typeface="Bitstream Charter"/>
                <a:ea typeface="Bitstream Charter"/>
                <a:cs typeface="Bitstream Charter"/>
              </a:defRPr>
            </a:pPr>
            <a:r>
              <a:rPr sz="1350" b="0">
                <a:solidFill>
                  <a:srgbClr val="E5EEF7"/>
                </a:solidFill>
                <a:latin typeface="Bitstream Charter"/>
                <a:ea typeface="Bitstream Charter"/>
                <a:cs typeface="Bitstream Charter"/>
              </a:rPr>
              <a:t>Curator and policy-review queues</a:t>
            </a:r>
          </a:p>
        </p:txBody>
      </p:sp>
      <p:sp>
        <p:nvSpPr>
          <p:cNvPr id="17" name="">
            <a:extLst xmlns:a="http://schemas.openxmlformats.org/drawingml/2006/main">
              <a:ext uri="{FF2B5EF4-FFF2-40B4-BE49-F238E27FC236}">
                <a16:creationId xmlns:a16="http://schemas.microsoft.com/office/drawing/2014/main" id="{F35CFDCE-4F04-4910-B8B0-856597B7D246}"/>
              </a:ext>
            </a:extLst>
          </p:cNvPr>
          <p:cNvSpPr>
            <a:spLocks xmlns:a="http://schemas.openxmlformats.org/drawingml/2006/main" noGrp="1"/>
          </p:cNvSpPr>
          <p:nvPr/>
        </p:nvSpPr>
        <p:spPr>
          <a:xfrm xmlns:a="http://schemas.openxmlformats.org/drawingml/2006/main">
            <a:off x="5943600" y="458152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64264A8-9B71-429B-821B-71CA2CDAB7BA}"/>
              </a:ext>
            </a:extLst>
          </p:cNvPr>
          <p:cNvSpPr>
            <a:spLocks xmlns:a="http://schemas.openxmlformats.org/drawingml/2006/main" noGrp="1"/>
          </p:cNvSpPr>
          <p:nvPr/>
        </p:nvSpPr>
        <p:spPr>
          <a:xfrm xmlns:a="http://schemas.openxmlformats.org/drawingml/2006/main">
            <a:off x="5953125" y="456247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9" name="">
            <a:extLst xmlns:a="http://schemas.openxmlformats.org/drawingml/2006/main">
              <a:ext uri="{FF2B5EF4-FFF2-40B4-BE49-F238E27FC236}">
                <a16:creationId xmlns:a16="http://schemas.microsoft.com/office/drawing/2014/main" id="{0DB8BD8F-A54B-449D-8311-BC339BF69637}"/>
              </a:ext>
            </a:extLst>
          </p:cNvPr>
          <p:cNvSpPr>
            <a:spLocks xmlns:a="http://schemas.openxmlformats.org/drawingml/2006/main" noGrp="1"/>
          </p:cNvSpPr>
          <p:nvPr/>
        </p:nvSpPr>
        <p:spPr>
          <a:xfrm xmlns:a="http://schemas.openxmlformats.org/drawingml/2006/main">
            <a:off x="6267450" y="453390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E5EEF7"/>
                </a:solidFill>
                <a:latin typeface="Bitstream Charter"/>
                <a:ea typeface="Bitstream Charter"/>
                <a:cs typeface="Bitstream Charter"/>
              </a:defRPr>
            </a:pPr>
            <a:r>
              <a:rPr sz="1350" b="0">
                <a:solidFill>
                  <a:srgbClr val="E5EEF7"/>
                </a:solidFill>
                <a:latin typeface="Bitstream Charter"/>
                <a:ea typeface="Bitstream Charter"/>
                <a:cs typeface="Bitstream Charter"/>
              </a:rPr>
              <a:t>Timestamped run and decision history</a:t>
            </a:r>
          </a:p>
        </p:txBody>
      </p:sp>
    </p:spTree>
    <p:extLst>
      <p:ext uri="{BB962C8B-B14F-4D97-AF65-F5344CB8AC3E}">
        <p14:creationId xmlns:p14="http://schemas.microsoft.com/office/powerpoint/2010/main" val="19086887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FBB66C7-D908-4E0B-B6BF-23D7084DBF3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874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6E3FE3-4B0B-4AEC-AECE-0AD6B566C01A}"/>
              </a:ext>
            </a:extLst>
          </p:cNvPr>
          <p:cNvSpPr>
            <a:spLocks xmlns:a="http://schemas.openxmlformats.org/drawingml/2006/main" noGrp="1"/>
          </p:cNvSpPr>
          <p:nvPr/>
        </p:nvSpPr>
        <p:spPr>
          <a:xfrm xmlns:a="http://schemas.openxmlformats.org/drawingml/2006/main">
            <a:off x="11144250" y="342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8190A3"/>
                </a:solidFill>
                <a:latin typeface="Bitstream Charter"/>
                <a:ea typeface="Bitstream Charter"/>
                <a:cs typeface="Bitstream Charter"/>
              </a:defRPr>
            </a:pPr>
            <a:r>
              <a:rPr sz="1050" b="1">
                <a:solidFill>
                  <a:srgbClr val="8190A3"/>
                </a:solidFill>
                <a:latin typeface="Bitstream Charter"/>
                <a:ea typeface="Bitstream Charter"/>
                <a:cs typeface="Bitstream Charter"/>
              </a:rPr>
              <a:t>08</a:t>
            </a:r>
          </a:p>
        </p:txBody>
      </p:sp>
      <p:sp>
        <p:nvSpPr>
          <p:cNvPr id="3" name="">
            <a:extLst xmlns:a="http://schemas.openxmlformats.org/drawingml/2006/main">
              <a:ext uri="{FF2B5EF4-FFF2-40B4-BE49-F238E27FC236}">
                <a16:creationId xmlns:a16="http://schemas.microsoft.com/office/drawing/2014/main" id="{2EF12520-6BE5-445F-8529-9FE3D805B3F3}"/>
              </a:ext>
            </a:extLst>
          </p:cNvPr>
          <p:cNvSpPr>
            <a:spLocks xmlns:a="http://schemas.openxmlformats.org/drawingml/2006/main" noGrp="1"/>
          </p:cNvSpPr>
          <p:nvPr/>
        </p:nvSpPr>
        <p:spPr>
          <a:xfrm xmlns:a="http://schemas.openxmlformats.org/drawingml/2006/main">
            <a:off x="704850" y="63341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102C55"/>
                </a:solidFill>
                <a:latin typeface="Bitstream Charter"/>
                <a:ea typeface="Bitstream Charter"/>
                <a:cs typeface="Bitstream Charter"/>
              </a:defRPr>
            </a:pPr>
            <a:r>
              <a:rPr sz="900" b="1">
                <a:solidFill>
                  <a:srgbClr val="102C55"/>
                </a:solidFill>
                <a:latin typeface="Bitstream Charter"/>
                <a:ea typeface="Bitstream Charter"/>
                <a:cs typeface="Bitstream Charter"/>
              </a:rPr>
              <a:t>WAYFINDER</a:t>
            </a:r>
          </a:p>
        </p:txBody>
      </p:sp>
      <p:sp>
        <p:nvSpPr>
          <p:cNvPr id="4" name="">
            <a:extLst xmlns:a="http://schemas.openxmlformats.org/drawingml/2006/main">
              <a:ext uri="{FF2B5EF4-FFF2-40B4-BE49-F238E27FC236}">
                <a16:creationId xmlns:a16="http://schemas.microsoft.com/office/drawing/2014/main" id="{578C9D6B-9D54-489F-994F-EC7D5D953FA1}"/>
              </a:ext>
            </a:extLst>
          </p:cNvPr>
          <p:cNvSpPr>
            <a:spLocks xmlns:a="http://schemas.openxmlformats.org/drawingml/2006/main" noGrp="1"/>
          </p:cNvSpPr>
          <p:nvPr/>
        </p:nvSpPr>
        <p:spPr>
          <a:xfrm xmlns:a="http://schemas.openxmlformats.org/drawingml/2006/main">
            <a:off x="1952625" y="63341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defRPr sz="825" b="0">
                <a:solidFill>
                  <a:srgbClr val="8190A3"/>
                </a:solidFill>
                <a:latin typeface="Bitstream Charter"/>
                <a:ea typeface="Bitstream Charter"/>
                <a:cs typeface="Bitstream Charter"/>
              </a:defRPr>
            </a:pPr>
            <a:r>
              <a:rPr sz="825" b="0">
                <a:solidFill>
                  <a:srgbClr val="8190A3"/>
                </a:solidFill>
                <a:latin typeface="Bitstream Charter"/>
                <a:ea typeface="Bitstream Charter"/>
                <a:cs typeface="Bitstream Charter"/>
              </a:rPr>
              <a:t>Information You Can Trust And Act On</a:t>
            </a:r>
          </a:p>
        </p:txBody>
      </p:sp>
      <p:sp>
        <p:nvSpPr>
          <p:cNvPr id="5" name="">
            <a:extLst xmlns:a="http://schemas.openxmlformats.org/drawingml/2006/main">
              <a:ext uri="{FF2B5EF4-FFF2-40B4-BE49-F238E27FC236}">
                <a16:creationId xmlns:a16="http://schemas.microsoft.com/office/drawing/2014/main" id="{06421E00-50CA-4BAF-8E77-9CBADA9514E7}"/>
              </a:ext>
            </a:extLst>
          </p:cNvPr>
          <p:cNvSpPr>
            <a:spLocks xmlns:a="http://schemas.openxmlformats.org/drawingml/2006/main" noGrp="1"/>
          </p:cNvSpPr>
          <p:nvPr/>
        </p:nvSpPr>
        <p:spPr>
          <a:xfrm xmlns:a="http://schemas.openxmlformats.org/drawingml/2006/main">
            <a:off x="723900" y="5905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B8742A"/>
                </a:solidFill>
                <a:latin typeface="Bitstream Charter"/>
                <a:ea typeface="Bitstream Charter"/>
                <a:cs typeface="Bitstream Charter"/>
              </a:defRPr>
            </a:pPr>
            <a:r>
              <a:rPr sz="1125" b="1">
                <a:solidFill>
                  <a:srgbClr val="B8742A"/>
                </a:solidFill>
                <a:latin typeface="Bitstream Charter"/>
                <a:ea typeface="Bitstream Charter"/>
                <a:cs typeface="Bitstream Charter"/>
              </a:rPr>
              <a:t>TRUST AND SAFETY</a:t>
            </a:r>
          </a:p>
        </p:txBody>
      </p:sp>
      <p:sp>
        <p:nvSpPr>
          <p:cNvPr id="6" name="">
            <a:extLst xmlns:a="http://schemas.openxmlformats.org/drawingml/2006/main">
              <a:ext uri="{FF2B5EF4-FFF2-40B4-BE49-F238E27FC236}">
                <a16:creationId xmlns:a16="http://schemas.microsoft.com/office/drawing/2014/main" id="{5F8442AD-FA75-46EE-A699-76841D201DF5}"/>
              </a:ext>
            </a:extLst>
          </p:cNvPr>
          <p:cNvSpPr>
            <a:spLocks xmlns:a="http://schemas.openxmlformats.org/drawingml/2006/main" noGrp="1"/>
          </p:cNvSpPr>
          <p:nvPr/>
        </p:nvSpPr>
        <p:spPr>
          <a:xfrm xmlns:a="http://schemas.openxmlformats.org/drawingml/2006/main">
            <a:off x="723900" y="1028700"/>
            <a:ext cx="990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450" b="1">
                <a:solidFill>
                  <a:srgbClr val="102C55"/>
                </a:solidFill>
                <a:latin typeface="Bitstream Charter"/>
                <a:ea typeface="Bitstream Charter"/>
                <a:cs typeface="Bitstream Charter"/>
              </a:defRPr>
            </a:pPr>
            <a:r>
              <a:rPr sz="3450" b="1">
                <a:solidFill>
                  <a:srgbClr val="102C55"/>
                </a:solidFill>
                <a:latin typeface="Bitstream Charter"/>
                <a:ea typeface="Bitstream Charter"/>
                <a:cs typeface="Bitstream Charter"/>
              </a:rPr>
              <a:t>Consequential Guidance Cannot Publish Without The Required Review</a:t>
            </a:r>
          </a:p>
        </p:txBody>
      </p:sp>
      <p:sp>
        <p:nvSpPr>
          <p:cNvPr id="7" name="">
            <a:extLst xmlns:a="http://schemas.openxmlformats.org/drawingml/2006/main">
              <a:ext uri="{FF2B5EF4-FFF2-40B4-BE49-F238E27FC236}">
                <a16:creationId xmlns:a16="http://schemas.microsoft.com/office/drawing/2014/main" id="{CCB517AD-1D20-42B5-82A7-8D98A9C1A715}"/>
              </a:ext>
            </a:extLst>
          </p:cNvPr>
          <p:cNvSpPr>
            <a:spLocks xmlns:a="http://schemas.openxmlformats.org/drawingml/2006/main" noGrp="1"/>
          </p:cNvSpPr>
          <p:nvPr/>
        </p:nvSpPr>
        <p:spPr>
          <a:xfrm xmlns:a="http://schemas.openxmlformats.org/drawingml/2006/main">
            <a:off x="723900" y="2619375"/>
            <a:ext cx="971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526177"/>
                </a:solidFill>
                <a:latin typeface="Bitstream Charter"/>
                <a:ea typeface="Bitstream Charter"/>
                <a:cs typeface="Bitstream Charter"/>
              </a:defRPr>
            </a:pPr>
            <a:r>
              <a:rPr sz="1575" b="0">
                <a:solidFill>
                  <a:srgbClr val="526177"/>
                </a:solidFill>
                <a:latin typeface="Bitstream Charter"/>
                <a:ea typeface="Bitstream Charter"/>
                <a:cs typeface="Bitstream Charter"/>
              </a:rPr>
              <a:t>Foreign exchange, tax, filing, penalty, licensing, conflict, and probable supersession findings remain reviewable.</a:t>
            </a:r>
          </a:p>
        </p:txBody>
      </p:sp>
      <p:sp>
        <p:nvSpPr>
          <p:cNvPr id="8" name="">
            <a:extLst xmlns:a="http://schemas.openxmlformats.org/drawingml/2006/main">
              <a:ext uri="{FF2B5EF4-FFF2-40B4-BE49-F238E27FC236}">
                <a16:creationId xmlns:a16="http://schemas.microsoft.com/office/drawing/2014/main" id="{0F4A8177-AFE6-4A96-B990-8D5BEA36BD94}"/>
              </a:ext>
            </a:extLst>
          </p:cNvPr>
          <p:cNvSpPr>
            <a:spLocks xmlns:a="http://schemas.openxmlformats.org/drawingml/2006/main" noGrp="1"/>
          </p:cNvSpPr>
          <p:nvPr/>
        </p:nvSpPr>
        <p:spPr>
          <a:xfrm xmlns:a="http://schemas.openxmlformats.org/drawingml/2006/main">
            <a:off x="723900" y="38385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E51ED30-6EF7-495F-A175-B2EC98FE503E}"/>
              </a:ext>
            </a:extLst>
          </p:cNvPr>
          <p:cNvSpPr>
            <a:spLocks xmlns:a="http://schemas.openxmlformats.org/drawingml/2006/main" noGrp="1"/>
          </p:cNvSpPr>
          <p:nvPr/>
        </p:nvSpPr>
        <p:spPr>
          <a:xfrm xmlns:a="http://schemas.openxmlformats.org/drawingml/2006/main">
            <a:off x="733425" y="38195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0" name="">
            <a:extLst xmlns:a="http://schemas.openxmlformats.org/drawingml/2006/main">
              <a:ext uri="{FF2B5EF4-FFF2-40B4-BE49-F238E27FC236}">
                <a16:creationId xmlns:a16="http://schemas.microsoft.com/office/drawing/2014/main" id="{0BFEB930-4588-463C-BFB1-60FD4334C99A}"/>
              </a:ext>
            </a:extLst>
          </p:cNvPr>
          <p:cNvSpPr>
            <a:spLocks xmlns:a="http://schemas.openxmlformats.org/drawingml/2006/main" noGrp="1"/>
          </p:cNvSpPr>
          <p:nvPr/>
        </p:nvSpPr>
        <p:spPr>
          <a:xfrm xmlns:a="http://schemas.openxmlformats.org/drawingml/2006/main">
            <a:off x="1047750" y="379095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No unsupported confidence score</a:t>
            </a:r>
          </a:p>
        </p:txBody>
      </p:sp>
      <p:sp>
        <p:nvSpPr>
          <p:cNvPr id="11" name="">
            <a:extLst xmlns:a="http://schemas.openxmlformats.org/drawingml/2006/main">
              <a:ext uri="{FF2B5EF4-FFF2-40B4-BE49-F238E27FC236}">
                <a16:creationId xmlns:a16="http://schemas.microsoft.com/office/drawing/2014/main" id="{713CA97D-A236-4026-A03E-405DF12C0E9B}"/>
              </a:ext>
            </a:extLst>
          </p:cNvPr>
          <p:cNvSpPr>
            <a:spLocks xmlns:a="http://schemas.openxmlformats.org/drawingml/2006/main" noGrp="1"/>
          </p:cNvSpPr>
          <p:nvPr/>
        </p:nvSpPr>
        <p:spPr>
          <a:xfrm xmlns:a="http://schemas.openxmlformats.org/drawingml/2006/main">
            <a:off x="5943600" y="38385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AC1E7AA-2419-4089-9D83-ACF5B1ECD2E9}"/>
              </a:ext>
            </a:extLst>
          </p:cNvPr>
          <p:cNvSpPr>
            <a:spLocks xmlns:a="http://schemas.openxmlformats.org/drawingml/2006/main" noGrp="1"/>
          </p:cNvSpPr>
          <p:nvPr/>
        </p:nvSpPr>
        <p:spPr>
          <a:xfrm xmlns:a="http://schemas.openxmlformats.org/drawingml/2006/main">
            <a:off x="5953125" y="38195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3" name="">
            <a:extLst xmlns:a="http://schemas.openxmlformats.org/drawingml/2006/main">
              <a:ext uri="{FF2B5EF4-FFF2-40B4-BE49-F238E27FC236}">
                <a16:creationId xmlns:a16="http://schemas.microsoft.com/office/drawing/2014/main" id="{2D7AA124-6FFB-443A-9A2F-4BE0FEF0B9B4}"/>
              </a:ext>
            </a:extLst>
          </p:cNvPr>
          <p:cNvSpPr>
            <a:spLocks xmlns:a="http://schemas.openxmlformats.org/drawingml/2006/main" noGrp="1"/>
          </p:cNvSpPr>
          <p:nvPr/>
        </p:nvSpPr>
        <p:spPr>
          <a:xfrm xmlns:a="http://schemas.openxmlformats.org/drawingml/2006/main">
            <a:off x="6267450" y="379095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No unrestricted legal-advice chatbot</a:t>
            </a:r>
          </a:p>
        </p:txBody>
      </p:sp>
      <p:sp>
        <p:nvSpPr>
          <p:cNvPr id="14" name="">
            <a:extLst xmlns:a="http://schemas.openxmlformats.org/drawingml/2006/main">
              <a:ext uri="{FF2B5EF4-FFF2-40B4-BE49-F238E27FC236}">
                <a16:creationId xmlns:a16="http://schemas.microsoft.com/office/drawing/2014/main" id="{110F7152-4004-4352-9468-2E309B118992}"/>
              </a:ext>
            </a:extLst>
          </p:cNvPr>
          <p:cNvSpPr>
            <a:spLocks xmlns:a="http://schemas.openxmlformats.org/drawingml/2006/main" noGrp="1"/>
          </p:cNvSpPr>
          <p:nvPr/>
        </p:nvSpPr>
        <p:spPr>
          <a:xfrm xmlns:a="http://schemas.openxmlformats.org/drawingml/2006/main">
            <a:off x="723900" y="458152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2707BED-5A9A-4A26-AA96-6DD08D494777}"/>
              </a:ext>
            </a:extLst>
          </p:cNvPr>
          <p:cNvSpPr>
            <a:spLocks xmlns:a="http://schemas.openxmlformats.org/drawingml/2006/main" noGrp="1"/>
          </p:cNvSpPr>
          <p:nvPr/>
        </p:nvSpPr>
        <p:spPr>
          <a:xfrm xmlns:a="http://schemas.openxmlformats.org/drawingml/2006/main">
            <a:off x="733425" y="456247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6" name="">
            <a:extLst xmlns:a="http://schemas.openxmlformats.org/drawingml/2006/main">
              <a:ext uri="{FF2B5EF4-FFF2-40B4-BE49-F238E27FC236}">
                <a16:creationId xmlns:a16="http://schemas.microsoft.com/office/drawing/2014/main" id="{CE6A763A-76EE-451C-B6E2-7E899E958F85}"/>
              </a:ext>
            </a:extLst>
          </p:cNvPr>
          <p:cNvSpPr>
            <a:spLocks xmlns:a="http://schemas.openxmlformats.org/drawingml/2006/main" noGrp="1"/>
          </p:cNvSpPr>
          <p:nvPr/>
        </p:nvSpPr>
        <p:spPr>
          <a:xfrm xmlns:a="http://schemas.openxmlformats.org/drawingml/2006/main">
            <a:off x="1047750" y="453390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No silent conflict resolution</a:t>
            </a:r>
          </a:p>
        </p:txBody>
      </p:sp>
      <p:sp>
        <p:nvSpPr>
          <p:cNvPr id="17" name="">
            <a:extLst xmlns:a="http://schemas.openxmlformats.org/drawingml/2006/main">
              <a:ext uri="{FF2B5EF4-FFF2-40B4-BE49-F238E27FC236}">
                <a16:creationId xmlns:a16="http://schemas.microsoft.com/office/drawing/2014/main" id="{82E87205-F0FB-4D72-B5CB-7DAAF56AC852}"/>
              </a:ext>
            </a:extLst>
          </p:cNvPr>
          <p:cNvSpPr>
            <a:spLocks xmlns:a="http://schemas.openxmlformats.org/drawingml/2006/main" noGrp="1"/>
          </p:cNvSpPr>
          <p:nvPr/>
        </p:nvSpPr>
        <p:spPr>
          <a:xfrm xmlns:a="http://schemas.openxmlformats.org/drawingml/2006/main">
            <a:off x="5943600" y="458152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11847E3-2120-4CA6-B90D-63C0C23FF9FC}"/>
              </a:ext>
            </a:extLst>
          </p:cNvPr>
          <p:cNvSpPr>
            <a:spLocks xmlns:a="http://schemas.openxmlformats.org/drawingml/2006/main" noGrp="1"/>
          </p:cNvSpPr>
          <p:nvPr/>
        </p:nvSpPr>
        <p:spPr>
          <a:xfrm xmlns:a="http://schemas.openxmlformats.org/drawingml/2006/main">
            <a:off x="5953125" y="456247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9" name="">
            <a:extLst xmlns:a="http://schemas.openxmlformats.org/drawingml/2006/main">
              <a:ext uri="{FF2B5EF4-FFF2-40B4-BE49-F238E27FC236}">
                <a16:creationId xmlns:a16="http://schemas.microsoft.com/office/drawing/2014/main" id="{61B0E359-DCC8-4AF8-B4CF-F525747D0835}"/>
              </a:ext>
            </a:extLst>
          </p:cNvPr>
          <p:cNvSpPr>
            <a:spLocks xmlns:a="http://schemas.openxmlformats.org/drawingml/2006/main" noGrp="1"/>
          </p:cNvSpPr>
          <p:nvPr/>
        </p:nvSpPr>
        <p:spPr>
          <a:xfrm xmlns:a="http://schemas.openxmlformats.org/drawingml/2006/main">
            <a:off x="6267450" y="453390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Synthetic fixtures remain clearly labeled</a:t>
            </a:r>
          </a:p>
        </p:txBody>
      </p:sp>
    </p:spTree>
    <p:extLst>
      <p:ext uri="{BB962C8B-B14F-4D97-AF65-F5344CB8AC3E}">
        <p14:creationId xmlns:p14="http://schemas.microsoft.com/office/powerpoint/2010/main" val="105063588"/>
      </p:ext>
    </p:extLst>
  </p:cSld>
</p:sld>
</file>

<file path=ppt/slides/slide9.xml><?xml version="1.0" encoding="utf-8"?>
<p:sld xmlns:p="http://schemas.openxmlformats.org/presentationml/2006/main">
  <p:cSld>
    <p:bg>
      <p:bgPr>
        <a:solidFill xmlns:a="http://schemas.openxmlformats.org/drawingml/2006/main">
          <a:srgbClr val="102C5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A78D4BE-589E-4637-8FD6-B254C6D7A5A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874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58C5FB-E773-4700-A821-B7C885A33E35}"/>
              </a:ext>
            </a:extLst>
          </p:cNvPr>
          <p:cNvSpPr>
            <a:spLocks xmlns:a="http://schemas.openxmlformats.org/drawingml/2006/main" noGrp="1"/>
          </p:cNvSpPr>
          <p:nvPr/>
        </p:nvSpPr>
        <p:spPr>
          <a:xfrm xmlns:a="http://schemas.openxmlformats.org/drawingml/2006/main">
            <a:off x="11144250" y="342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AFC1D5"/>
                </a:solidFill>
                <a:latin typeface="Bitstream Charter"/>
                <a:ea typeface="Bitstream Charter"/>
                <a:cs typeface="Bitstream Charter"/>
              </a:defRPr>
            </a:pPr>
            <a:r>
              <a:rPr sz="1050" b="1">
                <a:solidFill>
                  <a:srgbClr val="AFC1D5"/>
                </a:solidFill>
                <a:latin typeface="Bitstream Charter"/>
                <a:ea typeface="Bitstream Charter"/>
                <a:cs typeface="Bitstream Charter"/>
              </a:rPr>
              <a:t>09</a:t>
            </a:r>
          </a:p>
        </p:txBody>
      </p:sp>
      <p:sp>
        <p:nvSpPr>
          <p:cNvPr id="3" name="">
            <a:extLst xmlns:a="http://schemas.openxmlformats.org/drawingml/2006/main">
              <a:ext uri="{FF2B5EF4-FFF2-40B4-BE49-F238E27FC236}">
                <a16:creationId xmlns:a16="http://schemas.microsoft.com/office/drawing/2014/main" id="{C1677EF5-AB1A-4881-A427-1382851B902D}"/>
              </a:ext>
            </a:extLst>
          </p:cNvPr>
          <p:cNvSpPr>
            <a:spLocks xmlns:a="http://schemas.openxmlformats.org/drawingml/2006/main" noGrp="1"/>
          </p:cNvSpPr>
          <p:nvPr/>
        </p:nvSpPr>
        <p:spPr>
          <a:xfrm xmlns:a="http://schemas.openxmlformats.org/drawingml/2006/main">
            <a:off x="704850" y="63341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WAYFINDER</a:t>
            </a:r>
          </a:p>
        </p:txBody>
      </p:sp>
      <p:sp>
        <p:nvSpPr>
          <p:cNvPr id="4" name="">
            <a:extLst xmlns:a="http://schemas.openxmlformats.org/drawingml/2006/main">
              <a:ext uri="{FF2B5EF4-FFF2-40B4-BE49-F238E27FC236}">
                <a16:creationId xmlns:a16="http://schemas.microsoft.com/office/drawing/2014/main" id="{A3C6BF6F-E0EF-4892-8398-44515A94996C}"/>
              </a:ext>
            </a:extLst>
          </p:cNvPr>
          <p:cNvSpPr>
            <a:spLocks xmlns:a="http://schemas.openxmlformats.org/drawingml/2006/main" noGrp="1"/>
          </p:cNvSpPr>
          <p:nvPr/>
        </p:nvSpPr>
        <p:spPr>
          <a:xfrm xmlns:a="http://schemas.openxmlformats.org/drawingml/2006/main">
            <a:off x="1952625" y="63341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defRPr sz="825" b="0">
                <a:solidFill>
                  <a:srgbClr val="AFC1D5"/>
                </a:solidFill>
                <a:latin typeface="Bitstream Charter"/>
                <a:ea typeface="Bitstream Charter"/>
                <a:cs typeface="Bitstream Charter"/>
              </a:defRPr>
            </a:pPr>
            <a:r>
              <a:rPr sz="825" b="0">
                <a:solidFill>
                  <a:srgbClr val="AFC1D5"/>
                </a:solidFill>
                <a:latin typeface="Bitstream Charter"/>
                <a:ea typeface="Bitstream Charter"/>
                <a:cs typeface="Bitstream Charter"/>
              </a:rPr>
              <a:t>Information You Can Trust And Act On</a:t>
            </a:r>
          </a:p>
        </p:txBody>
      </p:sp>
      <p:sp>
        <p:nvSpPr>
          <p:cNvPr id="5" name="">
            <a:extLst xmlns:a="http://schemas.openxmlformats.org/drawingml/2006/main">
              <a:ext uri="{FF2B5EF4-FFF2-40B4-BE49-F238E27FC236}">
                <a16:creationId xmlns:a16="http://schemas.microsoft.com/office/drawing/2014/main" id="{1BBCAD94-7CF2-4E61-9C24-4255EF7E6927}"/>
              </a:ext>
            </a:extLst>
          </p:cNvPr>
          <p:cNvSpPr>
            <a:spLocks xmlns:a="http://schemas.openxmlformats.org/drawingml/2006/main" noGrp="1"/>
          </p:cNvSpPr>
          <p:nvPr/>
        </p:nvSpPr>
        <p:spPr>
          <a:xfrm xmlns:a="http://schemas.openxmlformats.org/drawingml/2006/main">
            <a:off x="723900" y="5905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EFB86F"/>
                </a:solidFill>
                <a:latin typeface="Bitstream Charter"/>
                <a:ea typeface="Bitstream Charter"/>
                <a:cs typeface="Bitstream Charter"/>
              </a:defRPr>
            </a:pPr>
            <a:r>
              <a:rPr sz="1125" b="1">
                <a:solidFill>
                  <a:srgbClr val="EFB86F"/>
                </a:solidFill>
                <a:latin typeface="Bitstream Charter"/>
                <a:ea typeface="Bitstream Charter"/>
                <a:cs typeface="Bitstream Charter"/>
              </a:rPr>
              <a:t>SCALE MODEL</a:t>
            </a:r>
          </a:p>
        </p:txBody>
      </p:sp>
      <p:sp>
        <p:nvSpPr>
          <p:cNvPr id="6" name="">
            <a:extLst xmlns:a="http://schemas.openxmlformats.org/drawingml/2006/main">
              <a:ext uri="{FF2B5EF4-FFF2-40B4-BE49-F238E27FC236}">
                <a16:creationId xmlns:a16="http://schemas.microsoft.com/office/drawing/2014/main" id="{2FCC7467-F857-47EF-9517-592747B70D0A}"/>
              </a:ext>
            </a:extLst>
          </p:cNvPr>
          <p:cNvSpPr>
            <a:spLocks xmlns:a="http://schemas.openxmlformats.org/drawingml/2006/main" noGrp="1"/>
          </p:cNvSpPr>
          <p:nvPr/>
        </p:nvSpPr>
        <p:spPr>
          <a:xfrm xmlns:a="http://schemas.openxmlformats.org/drawingml/2006/main">
            <a:off x="723900" y="1028700"/>
            <a:ext cx="990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450" b="1">
                <a:solidFill>
                  <a:srgbClr val="FFFFFF"/>
                </a:solidFill>
                <a:latin typeface="Bitstream Charter"/>
                <a:ea typeface="Bitstream Charter"/>
                <a:cs typeface="Bitstream Charter"/>
              </a:defRPr>
            </a:pPr>
            <a:r>
              <a:rPr sz="3450" b="1">
                <a:solidFill>
                  <a:srgbClr val="FFFFFF"/>
                </a:solidFill>
                <a:latin typeface="Bitstream Charter"/>
                <a:ea typeface="Bitstream Charter"/>
                <a:cs typeface="Bitstream Charter"/>
              </a:rPr>
              <a:t>Jurisdiction Packs Preserve Local Relevance While Supporting Expansion</a:t>
            </a:r>
          </a:p>
        </p:txBody>
      </p:sp>
      <p:sp>
        <p:nvSpPr>
          <p:cNvPr id="7" name="">
            <a:extLst xmlns:a="http://schemas.openxmlformats.org/drawingml/2006/main">
              <a:ext uri="{FF2B5EF4-FFF2-40B4-BE49-F238E27FC236}">
                <a16:creationId xmlns:a16="http://schemas.microsoft.com/office/drawing/2014/main" id="{F11229A2-0D2F-41A8-9FF1-1058D0559295}"/>
              </a:ext>
            </a:extLst>
          </p:cNvPr>
          <p:cNvSpPr>
            <a:spLocks xmlns:a="http://schemas.openxmlformats.org/drawingml/2006/main" noGrp="1"/>
          </p:cNvSpPr>
          <p:nvPr/>
        </p:nvSpPr>
        <p:spPr>
          <a:xfrm xmlns:a="http://schemas.openxmlformats.org/drawingml/2006/main">
            <a:off x="723900" y="2619375"/>
            <a:ext cx="971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CE8F5"/>
                </a:solidFill>
                <a:latin typeface="Bitstream Charter"/>
                <a:ea typeface="Bitstream Charter"/>
                <a:cs typeface="Bitstream Charter"/>
              </a:defRPr>
            </a:pPr>
            <a:r>
              <a:rPr sz="1575" b="0">
                <a:solidFill>
                  <a:srgbClr val="DCE8F5"/>
                </a:solidFill>
                <a:latin typeface="Bitstream Charter"/>
                <a:ea typeface="Bitstream Charter"/>
                <a:cs typeface="Bitstream Charter"/>
              </a:rPr>
              <a:t>The service-export workflow provides the first deep vertical. Goods exports add customs, commodity, logistics, permit, tax, and foreign-exchange evidence.</a:t>
            </a:r>
          </a:p>
        </p:txBody>
      </p:sp>
      <p:sp>
        <p:nvSpPr>
          <p:cNvPr id="8" name="">
            <a:extLst xmlns:a="http://schemas.openxmlformats.org/drawingml/2006/main">
              <a:ext uri="{FF2B5EF4-FFF2-40B4-BE49-F238E27FC236}">
                <a16:creationId xmlns:a16="http://schemas.microsoft.com/office/drawing/2014/main" id="{6F25AE26-65D6-4FEE-99F0-76F89BC765FA}"/>
              </a:ext>
            </a:extLst>
          </p:cNvPr>
          <p:cNvSpPr>
            <a:spLocks xmlns:a="http://schemas.openxmlformats.org/drawingml/2006/main" noGrp="1"/>
          </p:cNvSpPr>
          <p:nvPr/>
        </p:nvSpPr>
        <p:spPr>
          <a:xfrm xmlns:a="http://schemas.openxmlformats.org/drawingml/2006/main">
            <a:off x="723900" y="38385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08BE967-37C4-4086-B722-401355C513CF}"/>
              </a:ext>
            </a:extLst>
          </p:cNvPr>
          <p:cNvSpPr>
            <a:spLocks xmlns:a="http://schemas.openxmlformats.org/drawingml/2006/main" noGrp="1"/>
          </p:cNvSpPr>
          <p:nvPr/>
        </p:nvSpPr>
        <p:spPr>
          <a:xfrm xmlns:a="http://schemas.openxmlformats.org/drawingml/2006/main">
            <a:off x="733425" y="38195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0" name="">
            <a:extLst xmlns:a="http://schemas.openxmlformats.org/drawingml/2006/main">
              <a:ext uri="{FF2B5EF4-FFF2-40B4-BE49-F238E27FC236}">
                <a16:creationId xmlns:a16="http://schemas.microsoft.com/office/drawing/2014/main" id="{36B5207A-DBC7-4DED-9A3E-A1237983FD96}"/>
              </a:ext>
            </a:extLst>
          </p:cNvPr>
          <p:cNvSpPr>
            <a:spLocks xmlns:a="http://schemas.openxmlformats.org/drawingml/2006/main" noGrp="1"/>
          </p:cNvSpPr>
          <p:nvPr/>
        </p:nvSpPr>
        <p:spPr>
          <a:xfrm xmlns:a="http://schemas.openxmlformats.org/drawingml/2006/main">
            <a:off x="1047750" y="3790950"/>
            <a:ext cx="9486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E5EEF7"/>
                </a:solidFill>
                <a:latin typeface="Bitstream Charter"/>
                <a:ea typeface="Bitstream Charter"/>
                <a:cs typeface="Bitstream Charter"/>
              </a:defRPr>
            </a:pPr>
            <a:r>
              <a:rPr sz="1350" b="0">
                <a:solidFill>
                  <a:srgbClr val="E5EEF7"/>
                </a:solidFill>
                <a:latin typeface="Bitstream Charter"/>
                <a:ea typeface="Bitstream Charter"/>
                <a:cs typeface="Bitstream Charter"/>
              </a:rPr>
              <a:t>Reusable evidence and review architecture</a:t>
            </a:r>
          </a:p>
        </p:txBody>
      </p:sp>
      <p:sp>
        <p:nvSpPr>
          <p:cNvPr id="11" name="">
            <a:extLst xmlns:a="http://schemas.openxmlformats.org/drawingml/2006/main">
              <a:ext uri="{FF2B5EF4-FFF2-40B4-BE49-F238E27FC236}">
                <a16:creationId xmlns:a16="http://schemas.microsoft.com/office/drawing/2014/main" id="{357A9732-C940-415B-9C3E-B0D80DE87269}"/>
              </a:ext>
            </a:extLst>
          </p:cNvPr>
          <p:cNvSpPr>
            <a:spLocks xmlns:a="http://schemas.openxmlformats.org/drawingml/2006/main" noGrp="1"/>
          </p:cNvSpPr>
          <p:nvPr/>
        </p:nvSpPr>
        <p:spPr>
          <a:xfrm xmlns:a="http://schemas.openxmlformats.org/drawingml/2006/main">
            <a:off x="723900" y="458152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5FF2F14-A043-4346-AC1D-A2CCB0D427EA}"/>
              </a:ext>
            </a:extLst>
          </p:cNvPr>
          <p:cNvSpPr>
            <a:spLocks xmlns:a="http://schemas.openxmlformats.org/drawingml/2006/main" noGrp="1"/>
          </p:cNvSpPr>
          <p:nvPr/>
        </p:nvSpPr>
        <p:spPr>
          <a:xfrm xmlns:a="http://schemas.openxmlformats.org/drawingml/2006/main">
            <a:off x="733425" y="456247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3" name="">
            <a:extLst xmlns:a="http://schemas.openxmlformats.org/drawingml/2006/main">
              <a:ext uri="{FF2B5EF4-FFF2-40B4-BE49-F238E27FC236}">
                <a16:creationId xmlns:a16="http://schemas.microsoft.com/office/drawing/2014/main" id="{29053AF6-4EF6-4C45-95A5-C2D285449B45}"/>
              </a:ext>
            </a:extLst>
          </p:cNvPr>
          <p:cNvSpPr>
            <a:spLocks xmlns:a="http://schemas.openxmlformats.org/drawingml/2006/main" noGrp="1"/>
          </p:cNvSpPr>
          <p:nvPr/>
        </p:nvSpPr>
        <p:spPr>
          <a:xfrm xmlns:a="http://schemas.openxmlformats.org/drawingml/2006/main">
            <a:off x="1047750" y="4533900"/>
            <a:ext cx="9486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E5EEF7"/>
                </a:solidFill>
                <a:latin typeface="Bitstream Charter"/>
                <a:ea typeface="Bitstream Charter"/>
                <a:cs typeface="Bitstream Charter"/>
              </a:defRPr>
            </a:pPr>
            <a:r>
              <a:rPr sz="1350" b="0">
                <a:solidFill>
                  <a:srgbClr val="E5EEF7"/>
                </a:solidFill>
                <a:latin typeface="Bitstream Charter"/>
                <a:ea typeface="Bitstream Charter"/>
                <a:cs typeface="Bitstream Charter"/>
              </a:rPr>
              <a:t>Local sources and professional reviewers</a:t>
            </a:r>
          </a:p>
        </p:txBody>
      </p:sp>
      <p:sp>
        <p:nvSpPr>
          <p:cNvPr id="14" name="">
            <a:extLst xmlns:a="http://schemas.openxmlformats.org/drawingml/2006/main">
              <a:ext uri="{FF2B5EF4-FFF2-40B4-BE49-F238E27FC236}">
                <a16:creationId xmlns:a16="http://schemas.microsoft.com/office/drawing/2014/main" id="{3BD63B28-CB9B-4E56-8BC7-36980CAB42DD}"/>
              </a:ext>
            </a:extLst>
          </p:cNvPr>
          <p:cNvSpPr>
            <a:spLocks xmlns:a="http://schemas.openxmlformats.org/drawingml/2006/main" noGrp="1"/>
          </p:cNvSpPr>
          <p:nvPr/>
        </p:nvSpPr>
        <p:spPr>
          <a:xfrm xmlns:a="http://schemas.openxmlformats.org/drawingml/2006/main">
            <a:off x="723900" y="53244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2E29F66-90E4-40D3-BE4F-88A446DC2A70}"/>
              </a:ext>
            </a:extLst>
          </p:cNvPr>
          <p:cNvSpPr>
            <a:spLocks xmlns:a="http://schemas.openxmlformats.org/drawingml/2006/main" noGrp="1"/>
          </p:cNvSpPr>
          <p:nvPr/>
        </p:nvSpPr>
        <p:spPr>
          <a:xfrm xmlns:a="http://schemas.openxmlformats.org/drawingml/2006/main">
            <a:off x="733425" y="53054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6" name="">
            <a:extLst xmlns:a="http://schemas.openxmlformats.org/drawingml/2006/main">
              <a:ext uri="{FF2B5EF4-FFF2-40B4-BE49-F238E27FC236}">
                <a16:creationId xmlns:a16="http://schemas.microsoft.com/office/drawing/2014/main" id="{782D53BD-4F28-4372-9E86-4AFEEBB9C2C4}"/>
              </a:ext>
            </a:extLst>
          </p:cNvPr>
          <p:cNvSpPr>
            <a:spLocks xmlns:a="http://schemas.openxmlformats.org/drawingml/2006/main" noGrp="1"/>
          </p:cNvSpPr>
          <p:nvPr/>
        </p:nvSpPr>
        <p:spPr>
          <a:xfrm xmlns:a="http://schemas.openxmlformats.org/drawingml/2006/main">
            <a:off x="1047750" y="5276850"/>
            <a:ext cx="9486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E5EEF7"/>
                </a:solidFill>
                <a:latin typeface="Bitstream Charter"/>
                <a:ea typeface="Bitstream Charter"/>
                <a:cs typeface="Bitstream Charter"/>
              </a:defRPr>
            </a:pPr>
            <a:r>
              <a:rPr sz="1350" b="0">
                <a:solidFill>
                  <a:srgbClr val="E5EEF7"/>
                </a:solidFill>
                <a:latin typeface="Bitstream Charter"/>
                <a:ea typeface="Bitstream Charter"/>
                <a:cs typeface="Bitstream Charter"/>
              </a:rPr>
              <a:t>English-first interface with multilingual-ready content structures</a:t>
            </a:r>
          </a:p>
        </p:txBody>
      </p:sp>
    </p:spTree>
    <p:extLst>
      <p:ext uri="{BB962C8B-B14F-4D97-AF65-F5344CB8AC3E}">
        <p14:creationId xmlns:p14="http://schemas.microsoft.com/office/powerpoint/2010/main" val="151323119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06DCEA4-8F45-463A-ACF3-D7F15AF21F6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8742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6144D6-775D-489A-BB67-1AE106C19774}"/>
              </a:ext>
            </a:extLst>
          </p:cNvPr>
          <p:cNvSpPr>
            <a:spLocks xmlns:a="http://schemas.openxmlformats.org/drawingml/2006/main" noGrp="1"/>
          </p:cNvSpPr>
          <p:nvPr/>
        </p:nvSpPr>
        <p:spPr>
          <a:xfrm xmlns:a="http://schemas.openxmlformats.org/drawingml/2006/main">
            <a:off x="11144250" y="342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8190A3"/>
                </a:solidFill>
                <a:latin typeface="Bitstream Charter"/>
                <a:ea typeface="Bitstream Charter"/>
                <a:cs typeface="Bitstream Charter"/>
              </a:defRPr>
            </a:pPr>
            <a:r>
              <a:rPr sz="1050" b="1">
                <a:solidFill>
                  <a:srgbClr val="8190A3"/>
                </a:solidFill>
                <a:latin typeface="Bitstream Charter"/>
                <a:ea typeface="Bitstream Charter"/>
                <a:cs typeface="Bitstream Charter"/>
              </a:rPr>
              <a:t>10</a:t>
            </a:r>
          </a:p>
        </p:txBody>
      </p:sp>
      <p:sp>
        <p:nvSpPr>
          <p:cNvPr id="3" name="">
            <a:extLst xmlns:a="http://schemas.openxmlformats.org/drawingml/2006/main">
              <a:ext uri="{FF2B5EF4-FFF2-40B4-BE49-F238E27FC236}">
                <a16:creationId xmlns:a16="http://schemas.microsoft.com/office/drawing/2014/main" id="{A1D49D1C-0A29-417E-B05A-7D0840EE68D2}"/>
              </a:ext>
            </a:extLst>
          </p:cNvPr>
          <p:cNvSpPr>
            <a:spLocks xmlns:a="http://schemas.openxmlformats.org/drawingml/2006/main" noGrp="1"/>
          </p:cNvSpPr>
          <p:nvPr/>
        </p:nvSpPr>
        <p:spPr>
          <a:xfrm xmlns:a="http://schemas.openxmlformats.org/drawingml/2006/main">
            <a:off x="704850" y="63341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102C55"/>
                </a:solidFill>
                <a:latin typeface="Bitstream Charter"/>
                <a:ea typeface="Bitstream Charter"/>
                <a:cs typeface="Bitstream Charter"/>
              </a:defRPr>
            </a:pPr>
            <a:r>
              <a:rPr sz="900" b="1">
                <a:solidFill>
                  <a:srgbClr val="102C55"/>
                </a:solidFill>
                <a:latin typeface="Bitstream Charter"/>
                <a:ea typeface="Bitstream Charter"/>
                <a:cs typeface="Bitstream Charter"/>
              </a:rPr>
              <a:t>WAYFINDER</a:t>
            </a:r>
          </a:p>
        </p:txBody>
      </p:sp>
      <p:sp>
        <p:nvSpPr>
          <p:cNvPr id="4" name="">
            <a:extLst xmlns:a="http://schemas.openxmlformats.org/drawingml/2006/main">
              <a:ext uri="{FF2B5EF4-FFF2-40B4-BE49-F238E27FC236}">
                <a16:creationId xmlns:a16="http://schemas.microsoft.com/office/drawing/2014/main" id="{887E2581-4F41-4FDE-AE02-1960224362C2}"/>
              </a:ext>
            </a:extLst>
          </p:cNvPr>
          <p:cNvSpPr>
            <a:spLocks xmlns:a="http://schemas.openxmlformats.org/drawingml/2006/main" noGrp="1"/>
          </p:cNvSpPr>
          <p:nvPr/>
        </p:nvSpPr>
        <p:spPr>
          <a:xfrm xmlns:a="http://schemas.openxmlformats.org/drawingml/2006/main">
            <a:off x="1952625" y="63341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39"/>
          </a:bodyPr>
          <a:lstStyle xmlns:a="http://schemas.openxmlformats.org/drawingml/2006/main"/>
          <a:p xmlns:a="http://schemas.openxmlformats.org/drawingml/2006/main">
            <a:pPr>
              <a:defRPr sz="825" b="0">
                <a:solidFill>
                  <a:srgbClr val="8190A3"/>
                </a:solidFill>
                <a:latin typeface="Bitstream Charter"/>
                <a:ea typeface="Bitstream Charter"/>
                <a:cs typeface="Bitstream Charter"/>
              </a:defRPr>
            </a:pPr>
            <a:r>
              <a:rPr sz="825" b="0">
                <a:solidFill>
                  <a:srgbClr val="8190A3"/>
                </a:solidFill>
                <a:latin typeface="Bitstream Charter"/>
                <a:ea typeface="Bitstream Charter"/>
                <a:cs typeface="Bitstream Charter"/>
              </a:rPr>
              <a:t>Information You Can Trust And Act On</a:t>
            </a:r>
          </a:p>
        </p:txBody>
      </p:sp>
      <p:sp>
        <p:nvSpPr>
          <p:cNvPr id="5" name="">
            <a:extLst xmlns:a="http://schemas.openxmlformats.org/drawingml/2006/main">
              <a:ext uri="{FF2B5EF4-FFF2-40B4-BE49-F238E27FC236}">
                <a16:creationId xmlns:a16="http://schemas.microsoft.com/office/drawing/2014/main" id="{7A286978-10A3-420E-BB20-DA6542A2044F}"/>
              </a:ext>
            </a:extLst>
          </p:cNvPr>
          <p:cNvSpPr>
            <a:spLocks xmlns:a="http://schemas.openxmlformats.org/drawingml/2006/main" noGrp="1"/>
          </p:cNvSpPr>
          <p:nvPr/>
        </p:nvSpPr>
        <p:spPr>
          <a:xfrm xmlns:a="http://schemas.openxmlformats.org/drawingml/2006/main">
            <a:off x="723900" y="5905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B8742A"/>
                </a:solidFill>
                <a:latin typeface="Bitstream Charter"/>
                <a:ea typeface="Bitstream Charter"/>
                <a:cs typeface="Bitstream Charter"/>
              </a:defRPr>
            </a:pPr>
            <a:r>
              <a:rPr sz="1125" b="1">
                <a:solidFill>
                  <a:srgbClr val="B8742A"/>
                </a:solidFill>
                <a:latin typeface="Bitstream Charter"/>
                <a:ea typeface="Bitstream Charter"/>
                <a:cs typeface="Bitstream Charter"/>
              </a:rPr>
              <a:t>BUILD AND NEXT STEP</a:t>
            </a:r>
          </a:p>
        </p:txBody>
      </p:sp>
      <p:sp>
        <p:nvSpPr>
          <p:cNvPr id="6" name="">
            <a:extLst xmlns:a="http://schemas.openxmlformats.org/drawingml/2006/main">
              <a:ext uri="{FF2B5EF4-FFF2-40B4-BE49-F238E27FC236}">
                <a16:creationId xmlns:a16="http://schemas.microsoft.com/office/drawing/2014/main" id="{91822D53-89FB-460A-A03A-AB070E5CDD0C}"/>
              </a:ext>
            </a:extLst>
          </p:cNvPr>
          <p:cNvSpPr>
            <a:spLocks xmlns:a="http://schemas.openxmlformats.org/drawingml/2006/main" noGrp="1"/>
          </p:cNvSpPr>
          <p:nvPr/>
        </p:nvSpPr>
        <p:spPr>
          <a:xfrm xmlns:a="http://schemas.openxmlformats.org/drawingml/2006/main">
            <a:off x="723900" y="1028700"/>
            <a:ext cx="990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450" b="1">
                <a:solidFill>
                  <a:srgbClr val="102C55"/>
                </a:solidFill>
                <a:latin typeface="Bitstream Charter"/>
                <a:ea typeface="Bitstream Charter"/>
                <a:cs typeface="Bitstream Charter"/>
              </a:defRPr>
            </a:pPr>
            <a:r>
              <a:rPr sz="3450" b="1">
                <a:solidFill>
                  <a:srgbClr val="102C55"/>
                </a:solidFill>
                <a:latin typeface="Bitstream Charter"/>
                <a:ea typeface="Bitstream Charter"/>
                <a:cs typeface="Bitstream Charter"/>
              </a:rPr>
              <a:t>A Working Proof Of Concept Ready For Deeper Validation</a:t>
            </a:r>
          </a:p>
        </p:txBody>
      </p:sp>
      <p:sp>
        <p:nvSpPr>
          <p:cNvPr id="7" name="">
            <a:extLst xmlns:a="http://schemas.openxmlformats.org/drawingml/2006/main">
              <a:ext uri="{FF2B5EF4-FFF2-40B4-BE49-F238E27FC236}">
                <a16:creationId xmlns:a16="http://schemas.microsoft.com/office/drawing/2014/main" id="{C785AB71-C0EC-4D94-9863-01B3CDACD8E0}"/>
              </a:ext>
            </a:extLst>
          </p:cNvPr>
          <p:cNvSpPr>
            <a:spLocks xmlns:a="http://schemas.openxmlformats.org/drawingml/2006/main" noGrp="1"/>
          </p:cNvSpPr>
          <p:nvPr/>
        </p:nvSpPr>
        <p:spPr>
          <a:xfrm xmlns:a="http://schemas.openxmlformats.org/drawingml/2006/main">
            <a:off x="723900" y="2619375"/>
            <a:ext cx="971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526177"/>
                </a:solidFill>
                <a:latin typeface="Bitstream Charter"/>
                <a:ea typeface="Bitstream Charter"/>
                <a:cs typeface="Bitstream Charter"/>
              </a:defRPr>
            </a:pPr>
            <a:r>
              <a:rPr sz="1575" b="0">
                <a:solidFill>
                  <a:srgbClr val="526177"/>
                </a:solidFill>
                <a:latin typeface="Bitstream Charter"/>
                <a:ea typeface="Bitstream Charter"/>
                <a:cs typeface="Bitstream Charter"/>
              </a:rPr>
              <a:t>The prototype demonstrates the complete path from source monitoring to business action and professional review.</a:t>
            </a:r>
          </a:p>
        </p:txBody>
      </p:sp>
      <p:sp>
        <p:nvSpPr>
          <p:cNvPr id="8" name="">
            <a:extLst xmlns:a="http://schemas.openxmlformats.org/drawingml/2006/main">
              <a:ext uri="{FF2B5EF4-FFF2-40B4-BE49-F238E27FC236}">
                <a16:creationId xmlns:a16="http://schemas.microsoft.com/office/drawing/2014/main" id="{7A7D2B04-93A8-42AC-917A-45C3E8D3CDCE}"/>
              </a:ext>
            </a:extLst>
          </p:cNvPr>
          <p:cNvSpPr>
            <a:spLocks xmlns:a="http://schemas.openxmlformats.org/drawingml/2006/main" noGrp="1"/>
          </p:cNvSpPr>
          <p:nvPr/>
        </p:nvSpPr>
        <p:spPr>
          <a:xfrm xmlns:a="http://schemas.openxmlformats.org/drawingml/2006/main">
            <a:off x="723900" y="38385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9900D97-514A-491B-A51B-07F0D350E8C5}"/>
              </a:ext>
            </a:extLst>
          </p:cNvPr>
          <p:cNvSpPr>
            <a:spLocks xmlns:a="http://schemas.openxmlformats.org/drawingml/2006/main" noGrp="1"/>
          </p:cNvSpPr>
          <p:nvPr/>
        </p:nvSpPr>
        <p:spPr>
          <a:xfrm xmlns:a="http://schemas.openxmlformats.org/drawingml/2006/main">
            <a:off x="733425" y="38195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0" name="">
            <a:extLst xmlns:a="http://schemas.openxmlformats.org/drawingml/2006/main">
              <a:ext uri="{FF2B5EF4-FFF2-40B4-BE49-F238E27FC236}">
                <a16:creationId xmlns:a16="http://schemas.microsoft.com/office/drawing/2014/main" id="{853A6BEF-46E2-468A-8B9B-09EB8EA53D85}"/>
              </a:ext>
            </a:extLst>
          </p:cNvPr>
          <p:cNvSpPr>
            <a:spLocks xmlns:a="http://schemas.openxmlformats.org/drawingml/2006/main" noGrp="1"/>
          </p:cNvSpPr>
          <p:nvPr/>
        </p:nvSpPr>
        <p:spPr>
          <a:xfrm xmlns:a="http://schemas.openxmlformats.org/drawingml/2006/main">
            <a:off x="1047750" y="379095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React and TypeScript frontend</a:t>
            </a:r>
          </a:p>
        </p:txBody>
      </p:sp>
      <p:sp>
        <p:nvSpPr>
          <p:cNvPr id="11" name="">
            <a:extLst xmlns:a="http://schemas.openxmlformats.org/drawingml/2006/main">
              <a:ext uri="{FF2B5EF4-FFF2-40B4-BE49-F238E27FC236}">
                <a16:creationId xmlns:a16="http://schemas.microsoft.com/office/drawing/2014/main" id="{4F023999-D5AC-494C-ACFE-A3DBF4D37122}"/>
              </a:ext>
            </a:extLst>
          </p:cNvPr>
          <p:cNvSpPr>
            <a:spLocks xmlns:a="http://schemas.openxmlformats.org/drawingml/2006/main" noGrp="1"/>
          </p:cNvSpPr>
          <p:nvPr/>
        </p:nvSpPr>
        <p:spPr>
          <a:xfrm xmlns:a="http://schemas.openxmlformats.org/drawingml/2006/main">
            <a:off x="5943600" y="383857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352719C-5C80-4D39-85FD-B3964886B3D5}"/>
              </a:ext>
            </a:extLst>
          </p:cNvPr>
          <p:cNvSpPr>
            <a:spLocks xmlns:a="http://schemas.openxmlformats.org/drawingml/2006/main" noGrp="1"/>
          </p:cNvSpPr>
          <p:nvPr/>
        </p:nvSpPr>
        <p:spPr>
          <a:xfrm xmlns:a="http://schemas.openxmlformats.org/drawingml/2006/main">
            <a:off x="5953125" y="381952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3" name="">
            <a:extLst xmlns:a="http://schemas.openxmlformats.org/drawingml/2006/main">
              <a:ext uri="{FF2B5EF4-FFF2-40B4-BE49-F238E27FC236}">
                <a16:creationId xmlns:a16="http://schemas.microsoft.com/office/drawing/2014/main" id="{CC6306CD-003B-4C86-84F2-835DEDB2D168}"/>
              </a:ext>
            </a:extLst>
          </p:cNvPr>
          <p:cNvSpPr>
            <a:spLocks xmlns:a="http://schemas.openxmlformats.org/drawingml/2006/main" noGrp="1"/>
          </p:cNvSpPr>
          <p:nvPr/>
        </p:nvSpPr>
        <p:spPr>
          <a:xfrm xmlns:a="http://schemas.openxmlformats.org/drawingml/2006/main">
            <a:off x="6267450" y="379095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Vercel Functions and scheduled scans</a:t>
            </a:r>
          </a:p>
        </p:txBody>
      </p:sp>
      <p:sp>
        <p:nvSpPr>
          <p:cNvPr id="14" name="">
            <a:extLst xmlns:a="http://schemas.openxmlformats.org/drawingml/2006/main">
              <a:ext uri="{FF2B5EF4-FFF2-40B4-BE49-F238E27FC236}">
                <a16:creationId xmlns:a16="http://schemas.microsoft.com/office/drawing/2014/main" id="{AABC67DA-87CF-463E-9C69-F9F2D95152F2}"/>
              </a:ext>
            </a:extLst>
          </p:cNvPr>
          <p:cNvSpPr>
            <a:spLocks xmlns:a="http://schemas.openxmlformats.org/drawingml/2006/main" noGrp="1"/>
          </p:cNvSpPr>
          <p:nvPr/>
        </p:nvSpPr>
        <p:spPr>
          <a:xfrm xmlns:a="http://schemas.openxmlformats.org/drawingml/2006/main">
            <a:off x="723900" y="458152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179ED65-5DDC-4CBF-95D9-1C79AABFAFE8}"/>
              </a:ext>
            </a:extLst>
          </p:cNvPr>
          <p:cNvSpPr>
            <a:spLocks xmlns:a="http://schemas.openxmlformats.org/drawingml/2006/main" noGrp="1"/>
          </p:cNvSpPr>
          <p:nvPr/>
        </p:nvSpPr>
        <p:spPr>
          <a:xfrm xmlns:a="http://schemas.openxmlformats.org/drawingml/2006/main">
            <a:off x="733425" y="456247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6" name="">
            <a:extLst xmlns:a="http://schemas.openxmlformats.org/drawingml/2006/main">
              <a:ext uri="{FF2B5EF4-FFF2-40B4-BE49-F238E27FC236}">
                <a16:creationId xmlns:a16="http://schemas.microsoft.com/office/drawing/2014/main" id="{ACC28AAE-0459-43D2-826B-9C9750321FAE}"/>
              </a:ext>
            </a:extLst>
          </p:cNvPr>
          <p:cNvSpPr>
            <a:spLocks xmlns:a="http://schemas.openxmlformats.org/drawingml/2006/main" noGrp="1"/>
          </p:cNvSpPr>
          <p:nvPr/>
        </p:nvSpPr>
        <p:spPr>
          <a:xfrm xmlns:a="http://schemas.openxmlformats.org/drawingml/2006/main">
            <a:off x="1047750" y="453390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Supabase persistence</a:t>
            </a:r>
          </a:p>
        </p:txBody>
      </p:sp>
      <p:sp>
        <p:nvSpPr>
          <p:cNvPr id="17" name="">
            <a:extLst xmlns:a="http://schemas.openxmlformats.org/drawingml/2006/main">
              <a:ext uri="{FF2B5EF4-FFF2-40B4-BE49-F238E27FC236}">
                <a16:creationId xmlns:a16="http://schemas.microsoft.com/office/drawing/2014/main" id="{013EA785-2A0E-49D3-B7C8-AE4FF40411DB}"/>
              </a:ext>
            </a:extLst>
          </p:cNvPr>
          <p:cNvSpPr>
            <a:spLocks xmlns:a="http://schemas.openxmlformats.org/drawingml/2006/main" noGrp="1"/>
          </p:cNvSpPr>
          <p:nvPr/>
        </p:nvSpPr>
        <p:spPr>
          <a:xfrm xmlns:a="http://schemas.openxmlformats.org/drawingml/2006/main">
            <a:off x="5943600" y="4581525"/>
            <a:ext cx="180975" cy="180975"/>
          </a:xfrm>
          <a:prstGeom xmlns:a="http://schemas.openxmlformats.org/drawingml/2006/main" prst="roundRect">
            <a:avLst>
              <a:gd name="adj" fmla="val 42105"/>
            </a:avLst>
          </a:prstGeom>
          <a:solidFill xmlns:a="http://schemas.openxmlformats.org/drawingml/2006/main">
            <a:srgbClr val="B8742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E2977BB-4C7E-4B7B-9852-82166EEB2CED}"/>
              </a:ext>
            </a:extLst>
          </p:cNvPr>
          <p:cNvSpPr>
            <a:spLocks xmlns:a="http://schemas.openxmlformats.org/drawingml/2006/main" noGrp="1"/>
          </p:cNvSpPr>
          <p:nvPr/>
        </p:nvSpPr>
        <p:spPr>
          <a:xfrm xmlns:a="http://schemas.openxmlformats.org/drawingml/2006/main">
            <a:off x="5953125" y="4562475"/>
            <a:ext cx="1619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defRPr sz="900" b="1">
                <a:solidFill>
                  <a:srgbClr val="FFFFFF"/>
                </a:solidFill>
                <a:latin typeface="Bitstream Charter"/>
                <a:ea typeface="Bitstream Charter"/>
                <a:cs typeface="Bitstream Charter"/>
              </a:defRPr>
            </a:pPr>
            <a:r>
              <a:rPr sz="900" b="1">
                <a:solidFill>
                  <a:srgbClr val="FFFFFF"/>
                </a:solidFill>
                <a:latin typeface="Bitstream Charter"/>
                <a:ea typeface="Bitstream Charter"/>
                <a:cs typeface="Bitstream Charter"/>
              </a:rPr>
              <a:t>✓</a:t>
            </a:r>
          </a:p>
        </p:txBody>
      </p:sp>
      <p:sp>
        <p:nvSpPr>
          <p:cNvPr id="19" name="">
            <a:extLst xmlns:a="http://schemas.openxmlformats.org/drawingml/2006/main">
              <a:ext uri="{FF2B5EF4-FFF2-40B4-BE49-F238E27FC236}">
                <a16:creationId xmlns:a16="http://schemas.microsoft.com/office/drawing/2014/main" id="{573452F6-E5C3-4280-A1DD-D5B0FC35645C}"/>
              </a:ext>
            </a:extLst>
          </p:cNvPr>
          <p:cNvSpPr>
            <a:spLocks xmlns:a="http://schemas.openxmlformats.org/drawingml/2006/main" noGrp="1"/>
          </p:cNvSpPr>
          <p:nvPr/>
        </p:nvSpPr>
        <p:spPr>
          <a:xfrm xmlns:a="http://schemas.openxmlformats.org/drawingml/2006/main">
            <a:off x="6267450" y="4533900"/>
            <a:ext cx="4629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394B61"/>
                </a:solidFill>
                <a:latin typeface="Bitstream Charter"/>
                <a:ea typeface="Bitstream Charter"/>
                <a:cs typeface="Bitstream Charter"/>
              </a:defRPr>
            </a:pPr>
            <a:r>
              <a:rPr sz="1350" b="0">
                <a:solidFill>
                  <a:srgbClr val="394B61"/>
                </a:solidFill>
                <a:latin typeface="Bitstream Charter"/>
                <a:ea typeface="Bitstream Charter"/>
                <a:cs typeface="Bitstream Charter"/>
              </a:rPr>
              <a:t>Structured AI extraction with deterministic fallback</a:t>
            </a:r>
          </a:p>
        </p:txBody>
      </p:sp>
      <p:sp>
        <p:nvSpPr>
          <p:cNvPr id="20" name="">
            <a:extLst xmlns:a="http://schemas.openxmlformats.org/drawingml/2006/main">
              <a:ext uri="{FF2B5EF4-FFF2-40B4-BE49-F238E27FC236}">
                <a16:creationId xmlns:a16="http://schemas.microsoft.com/office/drawing/2014/main" id="{92EBD826-0A61-4CD0-AFCB-19F5B1EA1CAC}"/>
              </a:ext>
            </a:extLst>
          </p:cNvPr>
          <p:cNvSpPr>
            <a:spLocks xmlns:a="http://schemas.openxmlformats.org/drawingml/2006/main" noGrp="1"/>
          </p:cNvSpPr>
          <p:nvPr/>
        </p:nvSpPr>
        <p:spPr>
          <a:xfrm xmlns:a="http://schemas.openxmlformats.org/drawingml/2006/main">
            <a:off x="723900" y="5562600"/>
            <a:ext cx="4857750" cy="419100"/>
          </a:xfrm>
          <a:prstGeom xmlns:a="http://schemas.openxmlformats.org/drawingml/2006/main" prst="roundRect">
            <a:avLst>
              <a:gd name="adj" fmla="val 18182"/>
            </a:avLst>
          </a:prstGeom>
          <a:solidFill xmlns:a="http://schemas.openxmlformats.org/drawingml/2006/main">
            <a:srgbClr val="EAF0F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E141203-68B4-4759-B03F-DF6D5985EDE9}"/>
              </a:ext>
            </a:extLst>
          </p:cNvPr>
          <p:cNvSpPr>
            <a:spLocks xmlns:a="http://schemas.openxmlformats.org/drawingml/2006/main" noGrp="1"/>
          </p:cNvSpPr>
          <p:nvPr/>
        </p:nvSpPr>
        <p:spPr>
          <a:xfrm xmlns:a="http://schemas.openxmlformats.org/drawingml/2006/main">
            <a:off x="876300" y="5657850"/>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102C55"/>
                </a:solidFill>
                <a:latin typeface="Bitstream Charter"/>
                <a:ea typeface="Bitstream Charter"/>
                <a:cs typeface="Bitstream Charter"/>
              </a:defRPr>
            </a:pPr>
            <a:r>
              <a:rPr sz="1125" b="1">
                <a:solidFill>
                  <a:srgbClr val="102C55"/>
                </a:solidFill>
                <a:latin typeface="Bitstream Charter"/>
                <a:ea typeface="Bitstream Charter"/>
                <a:cs typeface="Bitstream Charter"/>
              </a:rPr>
              <a:t>Role-Based User Guide Available Inside The Product</a:t>
            </a:r>
          </a:p>
        </p:txBody>
      </p:sp>
    </p:spTree>
    <p:extLst>
      <p:ext uri="{BB962C8B-B14F-4D97-AF65-F5344CB8AC3E}">
        <p14:creationId xmlns:p14="http://schemas.microsoft.com/office/powerpoint/2010/main" val="13968051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2026-09-21T18:50:20.1080000Z</dcterms:created>
  <dcterms:modified xsi:type="dcterms:W3CDTF">2026-09-21T18:50:20.1080000Z</dcterms:modified>
</coreProperties>
</file>